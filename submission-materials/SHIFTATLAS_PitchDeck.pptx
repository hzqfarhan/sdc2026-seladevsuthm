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3513df2d0f4d1d" /><Relationship Type="http://schemas.openxmlformats.org/officeDocument/2006/relationships/extended-properties" Target="/docProps/app.xml" Id="R48e1c0096fa34114" /><Relationship Type="http://schemas.openxmlformats.org/officeDocument/2006/relationships/officeDocument" Target="/ppt/presentation.xml" Id="R27d66f97db6048a2" /></Relationships>
</file>

<file path=ppt/presentation.xml><?xml version="1.0" encoding="utf-8"?>
<p:presentation xmlns:p="http://schemas.openxmlformats.org/presentationml/2006/main">
  <p:sldMasterIdLst>
    <p:sldMasterId xmlns:r="http://schemas.openxmlformats.org/officeDocument/2006/relationships" id="2147483648" r:id="R5183c04641e74604"/>
  </p:sldMasterIdLst>
  <p:notesMasterIdLst>
    <p:notesMasterId xmlns:r="http://schemas.openxmlformats.org/officeDocument/2006/relationships" r:id="R3cdbc85c2a82409e"/>
  </p:notesMasterIdLst>
  <p:sldIdLst>
    <p:sldId xmlns:r="http://schemas.openxmlformats.org/officeDocument/2006/relationships" id="256" r:id="Rddefbae0eb1246d5"/>
    <p:sldId xmlns:r="http://schemas.openxmlformats.org/officeDocument/2006/relationships" id="257" r:id="Rfacf9db66caa4c2c"/>
    <p:sldId xmlns:r="http://schemas.openxmlformats.org/officeDocument/2006/relationships" id="258" r:id="Rb0505ed10c114158"/>
    <p:sldId xmlns:r="http://schemas.openxmlformats.org/officeDocument/2006/relationships" id="259" r:id="R48d0069abdcb4730"/>
    <p:sldId xmlns:r="http://schemas.openxmlformats.org/officeDocument/2006/relationships" id="260" r:id="Rec60c2ad36374080"/>
    <p:sldId xmlns:r="http://schemas.openxmlformats.org/officeDocument/2006/relationships" id="261" r:id="R80040248ec87421f"/>
    <p:sldId xmlns:r="http://schemas.openxmlformats.org/officeDocument/2006/relationships" id="262" r:id="Rb5762a3bb89b4c41"/>
    <p:sldId xmlns:r="http://schemas.openxmlformats.org/officeDocument/2006/relationships" id="263" r:id="Rc6ba009290da441b"/>
    <p:sldId xmlns:r="http://schemas.openxmlformats.org/officeDocument/2006/relationships" id="264" r:id="Rcbfa4b4e8ff6438c"/>
    <p:sldId xmlns:r="http://schemas.openxmlformats.org/officeDocument/2006/relationships" id="265" r:id="R37ee9bb5f8904bde"/>
    <p:sldId xmlns:r="http://schemas.openxmlformats.org/officeDocument/2006/relationships" id="266" r:id="Refb3e865bcda43aa"/>
    <p:sldId xmlns:r="http://schemas.openxmlformats.org/officeDocument/2006/relationships" id="267" r:id="Rc5e904897b7547ff"/>
    <p:sldId xmlns:r="http://schemas.openxmlformats.org/officeDocument/2006/relationships" id="268" r:id="R65b312f914354e20"/>
    <p:sldId xmlns:r="http://schemas.openxmlformats.org/officeDocument/2006/relationships" id="269" r:id="R05df47e014b544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9188dfbc834bd6" /><Relationship Type="http://schemas.openxmlformats.org/officeDocument/2006/relationships/slideMaster" Target="/ppt/slideMasters/slideMaster1.xml" Id="R5183c04641e74604" /><Relationship Type="http://schemas.openxmlformats.org/officeDocument/2006/relationships/notesMaster" Target="/ppt/notesMasters/notesMaster1.xml" Id="R3cdbc85c2a82409e" /><Relationship Type="http://schemas.openxmlformats.org/officeDocument/2006/relationships/presProps" Target="/ppt/presProps.xml" Id="Rd6271300cb4b450c" /><Relationship Type="http://schemas.openxmlformats.org/officeDocument/2006/relationships/tableStyles" Target="/ppt/tableStyles.xml" Id="R5965b6cc9c64461e" /><Relationship Type="http://schemas.openxmlformats.org/officeDocument/2006/relationships/slide" Target="/ppt/slides/slide1.xml" Id="Rddefbae0eb1246d5" /><Relationship Type="http://schemas.openxmlformats.org/officeDocument/2006/relationships/slide" Target="/ppt/slides/slide2.xml" Id="Rfacf9db66caa4c2c" /><Relationship Type="http://schemas.openxmlformats.org/officeDocument/2006/relationships/slide" Target="/ppt/slides/slide3.xml" Id="Rb0505ed10c114158" /><Relationship Type="http://schemas.openxmlformats.org/officeDocument/2006/relationships/slide" Target="/ppt/slides/slide4.xml" Id="R48d0069abdcb4730" /><Relationship Type="http://schemas.openxmlformats.org/officeDocument/2006/relationships/slide" Target="/ppt/slides/slide5.xml" Id="Rec60c2ad36374080" /><Relationship Type="http://schemas.openxmlformats.org/officeDocument/2006/relationships/slide" Target="/ppt/slides/slide6.xml" Id="R80040248ec87421f" /><Relationship Type="http://schemas.openxmlformats.org/officeDocument/2006/relationships/slide" Target="/ppt/slides/slide7.xml" Id="Rb5762a3bb89b4c41" /><Relationship Type="http://schemas.openxmlformats.org/officeDocument/2006/relationships/slide" Target="/ppt/slides/slide8.xml" Id="Rc6ba009290da441b" /><Relationship Type="http://schemas.openxmlformats.org/officeDocument/2006/relationships/slide" Target="/ppt/slides/slide9.xml" Id="Rcbfa4b4e8ff6438c" /><Relationship Type="http://schemas.openxmlformats.org/officeDocument/2006/relationships/slide" Target="/ppt/slides/slide10.xml" Id="R37ee9bb5f8904bde" /><Relationship Type="http://schemas.openxmlformats.org/officeDocument/2006/relationships/slide" Target="/ppt/slides/slide11.xml" Id="Refb3e865bcda43aa" /><Relationship Type="http://schemas.openxmlformats.org/officeDocument/2006/relationships/slide" Target="/ppt/slides/slide12.xml" Id="Rc5e904897b7547ff" /><Relationship Type="http://schemas.openxmlformats.org/officeDocument/2006/relationships/slide" Target="/ppt/slides/slide13.xml" Id="R65b312f914354e20" /><Relationship Type="http://schemas.openxmlformats.org/officeDocument/2006/relationships/slide" Target="/ppt/slides/slide14.xml" Id="R05df47e014b544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d35afc0fe844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50fce055a74108" /><Relationship Type="http://schemas.openxmlformats.org/officeDocument/2006/relationships/notesMaster" Target="/ppt/notesMasters/notesMaster1.xml" Id="Rf05469e70a0247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97c526e32840a4" /><Relationship Type="http://schemas.openxmlformats.org/officeDocument/2006/relationships/notesMaster" Target="/ppt/notesMasters/notesMaster1.xml" Id="R027a2b21999a41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7f597d4a104f73" /><Relationship Type="http://schemas.openxmlformats.org/officeDocument/2006/relationships/notesMaster" Target="/ppt/notesMasters/notesMaster1.xml" Id="Rc931bcb96dfa4c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d892390a9043f0" /><Relationship Type="http://schemas.openxmlformats.org/officeDocument/2006/relationships/notesMaster" Target="/ppt/notesMasters/notesMaster1.xml" Id="Raa5a264c1ecd4b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23b952411c4e47" /><Relationship Type="http://schemas.openxmlformats.org/officeDocument/2006/relationships/notesMaster" Target="/ppt/notesMasters/notesMaster1.xml" Id="Rf2f45607f79f47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f293b172bd4504" /><Relationship Type="http://schemas.openxmlformats.org/officeDocument/2006/relationships/notesMaster" Target="/ppt/notesMasters/notesMaster1.xml" Id="R171cbd82a6f447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fc631c2e2e4cba" /><Relationship Type="http://schemas.openxmlformats.org/officeDocument/2006/relationships/notesMaster" Target="/ppt/notesMasters/notesMaster1.xml" Id="R0d359e6317af42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08bf8deeb14b62" /><Relationship Type="http://schemas.openxmlformats.org/officeDocument/2006/relationships/notesMaster" Target="/ppt/notesMasters/notesMaster1.xml" Id="Ra82c43d1895841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b085e473b7488c" /><Relationship Type="http://schemas.openxmlformats.org/officeDocument/2006/relationships/notesMaster" Target="/ppt/notesMasters/notesMaster1.xml" Id="R8b54ae6a4eaa4e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35fbb12853443b" /><Relationship Type="http://schemas.openxmlformats.org/officeDocument/2006/relationships/notesMaster" Target="/ppt/notesMasters/notesMaster1.xml" Id="Re9cd36e065d84a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a55560ecff4c90" /><Relationship Type="http://schemas.openxmlformats.org/officeDocument/2006/relationships/notesMaster" Target="/ppt/notesMasters/notesMaster1.xml" Id="R2eec87a277fc43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d5398529f2426d" /><Relationship Type="http://schemas.openxmlformats.org/officeDocument/2006/relationships/notesMaster" Target="/ppt/notesMasters/notesMaster1.xml" Id="Rf8f72c37234246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99a0ebded045a7" /><Relationship Type="http://schemas.openxmlformats.org/officeDocument/2006/relationships/notesMaster" Target="/ppt/notesMasters/notesMaster1.xml" Id="Rf856a0aae08b4b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b18943dc5e4818" /><Relationship Type="http://schemas.openxmlformats.org/officeDocument/2006/relationships/notesMaster" Target="/ppt/notesMasters/notesMaster1.xml" Id="R36a2469e62bd4b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SELADEVS UTHM. SHIFTATLAS helps Malaysian graduates choose a credible next learning step as AI changes work. Our prototype connects reviewed skills with evidence, explainable role coverage and affordable learning.</a:t>
            </a:r>
          </a:p>
          <a:p xmlns:a="http://schemas.openxmlformats.org/drawingml/2006/main">
            <a:r>
              <a:t/>
            </a:r>
          </a:p>
          <a:p xmlns:a="http://schemas.openxmlformats.org/drawingml/2006/main">
            <a:r>
              <a:t>Sources</a:t>
            </a:r>
          </a:p>
          <a:p xmlns:a="http://schemas.openxmlformats.org/drawingml/2006/main">
            <a:r>
              <a:t>Domain 1 brief PDF pages 2 and 4</a:t>
            </a:r>
          </a:p>
          <a:p xmlns:a="http://schemas.openxmlformats.org/drawingml/2006/main">
            <a:r>
              <a:t>https://github.com/hzqfarhan/SDC2026-SELADEVSUTHM</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Aina is our fictional graduate. She can use spreadsheets, but cannot tell whether SQL, Python or another skill should come next. A useful result explains the trade-off and gives her an ordered plan that fits her time.</a:t>
            </a:r>
          </a:p>
          <a:p xmlns:a="http://schemas.openxmlformats.org/drawingml/2006/main">
            <a:r>
              <a:t/>
            </a:r>
          </a:p>
          <a:p xmlns:a="http://schemas.openxmlformats.org/drawingml/2006/main">
            <a:r>
              <a:t>Sources</a:t>
            </a:r>
          </a:p>
          <a:p xmlns:a="http://schemas.openxmlformats.org/drawingml/2006/main">
            <a:r>
              <a:t>Synthetic Aina profile in src/lib/catalogue.ts</a:t>
            </a:r>
          </a:p>
          <a:p xmlns:a="http://schemas.openxmlformats.org/drawingml/2006/main">
            <a:r>
              <a:t>Domain 1 brief PDF pages 4 and 5</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profile connects all six modules. Dated signals inform role coverage. Visible gaps become learning steps. SDG pathways add purpose, while scenarios expose uncertainty. The interface offers both 3D exploration and equivalent text controls.</a:t>
            </a:r>
          </a:p>
          <a:p xmlns:a="http://schemas.openxmlformats.org/drawingml/2006/main">
            <a:r>
              <a:t/>
            </a:r>
          </a:p>
          <a:p xmlns:a="http://schemas.openxmlformats.org/drawingml/2006/main">
            <a:r>
              <a:t>Sources</a:t>
            </a:r>
          </a:p>
          <a:p xmlns:a="http://schemas.openxmlformats.org/drawingml/2006/main">
            <a:r>
              <a:t>src/components/Atlas.tsx</a:t>
            </a:r>
          </a:p>
          <a:p xmlns:a="http://schemas.openxmlformats.org/drawingml/2006/main">
            <a:r>
              <a:t>Domain 1 must-have features PDF page 5</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Resume parsing stays on the device. Users can load a synthetic PDF, DOCX or text file and inspect the original excerpt behind each detected mention. They review the evidence and choose their level. The avatar reflects those self-assessments, without inferring personality or employability.</a:t>
            </a:r>
          </a:p>
          <a:p xmlns:a="http://schemas.openxmlformats.org/drawingml/2006/main">
            <a:r>
              <a:t/>
            </a:r>
          </a:p>
          <a:p xmlns:a="http://schemas.openxmlformats.org/drawingml/2006/main">
            <a:r>
              <a:t>Sources</a:t>
            </a:r>
          </a:p>
          <a:p xmlns:a="http://schemas.openxmlformats.org/drawingml/2006/main">
            <a:r>
              <a:t>src/components/ResumeIntake.tsx</a:t>
            </a:r>
          </a:p>
          <a:p xmlns:a="http://schemas.openxmlformats.org/drawingml/2006/main">
            <a:r>
              <a:t>src/lib/resume.ts</a:t>
            </a:r>
          </a:p>
          <a:p xmlns:a="http://schemas.openxmlformats.org/drawingml/2006/main">
            <a:r>
              <a:t>docs/PROFILE_STUDIO.md</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updatable arXiv feed supplies dated research titles. An explicit experiment counts skill-topic mentions and adjusts existing weights by at most twenty-five percent. In the current synthetic example, analyst coverage changes from sixty-nine to seventy percent. This demonstrates a working data-to-score loop. Research attention does not establish Malaysian hiring demand.</a:t>
            </a:r>
          </a:p>
          <a:p xmlns:a="http://schemas.openxmlformats.org/drawingml/2006/main">
            <a:r>
              <a:t/>
            </a:r>
          </a:p>
          <a:p xmlns:a="http://schemas.openxmlformats.org/drawingml/2006/main">
            <a:r>
              <a:t>Sources</a:t>
            </a:r>
          </a:p>
          <a:p xmlns:a="http://schemas.openxmlformats.org/drawingml/2006/main">
            <a:r>
              <a:t>public/data/research.json, retrieved 19 October 2026</a:t>
            </a:r>
          </a:p>
          <a:p xmlns:a="http://schemas.openxmlformats.org/drawingml/2006/main">
            <a:r>
              <a:t>src/lib/signals.ts</a:t>
            </a:r>
          </a:p>
          <a:p xmlns:a="http://schemas.openxmlformats.org/drawingml/2006/main">
            <a:r>
              <a:t>https://export.arxiv.org/api/query</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role score exposes current level, target and weight. O*NET supplies the six occupation references, while the project authors the numerical rubric. Users can inspect every contribution and gap. The percentage describes rubric coverage, with Malaysian transferability still requiring validation.</a:t>
            </a:r>
          </a:p>
          <a:p xmlns:a="http://schemas.openxmlformats.org/drawingml/2006/main">
            <a:r>
              <a:t/>
            </a:r>
          </a:p>
          <a:p xmlns:a="http://schemas.openxmlformats.org/drawingml/2006/main">
            <a:r>
              <a:t>Sources</a:t>
            </a:r>
          </a:p>
          <a:p xmlns:a="http://schemas.openxmlformats.org/drawingml/2006/main">
            <a:r>
              <a:t>src/lib/engine.ts</a:t>
            </a:r>
          </a:p>
          <a:p xmlns:a="http://schemas.openxmlformats.org/drawingml/2006/main">
            <a:r>
              <a:t>src/lib/catalogue.ts</a:t>
            </a:r>
          </a:p>
          <a:p xmlns:a="http://schemas.openxmlformats.org/drawingml/2006/main">
            <a:r>
              <a:t>https://www.onetonline.org/link/summary/15-2051.01</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Islands places foundations before dependent activities and estimates a sequence using skill gaps and weekly time. Real provider resources support each activity. Learners can track steps and export the plan. Completion records activity and does not automatically certify a skill.</a:t>
            </a:r>
          </a:p>
          <a:p xmlns:a="http://schemas.openxmlformats.org/drawingml/2006/main">
            <a:r>
              <a:t/>
            </a:r>
          </a:p>
          <a:p xmlns:a="http://schemas.openxmlformats.org/drawingml/2006/main">
            <a:r>
              <a:t>Sources</a:t>
            </a:r>
          </a:p>
          <a:p xmlns:a="http://schemas.openxmlformats.org/drawingml/2006/main">
            <a:r>
              <a:t>src/lib/engine.ts, learningPlan</a:t>
            </a:r>
          </a:p>
          <a:p xmlns:a="http://schemas.openxmlformats.org/drawingml/2006/main">
            <a:r>
              <a:t>https://sqlbolt.com/</a:t>
            </a:r>
          </a:p>
          <a:p xmlns:a="http://schemas.openxmlformats.org/drawingml/2006/main">
            <a:r>
              <a:t>https://learn.microsoft.com/en-us/training/modules/introduction-power-bi/</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Malaysia atlas uses actual DOSM state boundaries and quarterly state observations. We preserve that resolution and avoid city or individual inferences. Every role and required skill also connects to a specific SDG target. The app explains intended contributions across all seventeen goals, without claiming measured outcomes.</a:t>
            </a:r>
          </a:p>
          <a:p xmlns:a="http://schemas.openxmlformats.org/drawingml/2006/main">
            <a:r>
              <a:t/>
            </a:r>
          </a:p>
          <a:p xmlns:a="http://schemas.openxmlformats.org/drawingml/2006/main">
            <a:r>
              <a:t>Sources</a:t>
            </a:r>
          </a:p>
          <a:p xmlns:a="http://schemas.openxmlformats.org/drawingml/2006/main">
            <a:r>
              <a:t>https://open.dosm.gov.my/data-catalogue/lfs_qtr_state</a:t>
            </a:r>
          </a:p>
          <a:p xmlns:a="http://schemas.openxmlformats.org/drawingml/2006/main">
            <a:r>
              <a:t>public/data/labour.json, 2026 Q2</a:t>
            </a:r>
          </a:p>
          <a:p xmlns:a="http://schemas.openxmlformats.org/drawingml/2006/main">
            <a:r>
              <a:t>https://sdgs.un.org/goals</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compares a supported transition with accelerated adoption. Users change the year and inspect every chosen coefficient. These hypothetical indices illustrate how adoption and learning support could interact. We assign no scenario probability and make no forecast of jobs lost or an individual’s employment.</a:t>
            </a:r>
          </a:p>
          <a:p xmlns:a="http://schemas.openxmlformats.org/drawingml/2006/main">
            <a:r>
              <a:t/>
            </a:r>
          </a:p>
          <a:p xmlns:a="http://schemas.openxmlformats.org/drawingml/2006/main">
            <a:r>
              <a:t>Sources</a:t>
            </a:r>
          </a:p>
          <a:p xmlns:a="http://schemas.openxmlformats.org/drawingml/2006/main">
            <a:r>
              <a:t>src/lib/engine.ts, simulate</a:t>
            </a:r>
          </a:p>
          <a:p xmlns:a="http://schemas.openxmlformats.org/drawingml/2006/main">
            <a:r>
              <a:t>https://www.ilo.org/publications/generative-ai-and-jobs-refined-global-index-occupational-exposure</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 Quest adds a playable low-poly island. Five checkpoints reinforce evidence review, geographical resolution and uncertainty. Unique badges, outfits and companions personalise the saved explorer passport. The rewards track exploration only. A learner study is still needed to establish an engagement benefit.</a:t>
            </a:r>
          </a:p>
          <a:p xmlns:a="http://schemas.openxmlformats.org/drawingml/2006/main">
            <a:r>
              <a:t/>
            </a:r>
          </a:p>
          <a:p xmlns:a="http://schemas.openxmlformats.org/drawingml/2006/main">
            <a:r>
              <a:t>Sources</a:t>
            </a:r>
          </a:p>
          <a:p xmlns:a="http://schemas.openxmlformats.org/drawingml/2006/main">
            <a:r>
              <a:t>src/lib/quest.ts</a:t>
            </a:r>
          </a:p>
          <a:p xmlns:a="http://schemas.openxmlformats.org/drawingml/2006/main">
            <a:r>
              <a:t>src/components/AtlasQuest.tsx</a:t>
            </a:r>
          </a:p>
          <a:p xmlns:a="http://schemas.openxmlformats.org/drawingml/2006/main">
            <a:r>
              <a:t>docs/ATLAS_QUEST.md</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Career Council gives one AI model four specialist roles: profile reviewer, career explorer, learning planner and critic. Each stage builds on the previous suggestions. The critic challenges the reasoning and highlights trade-offs. Our gateway brings the stages together around the same trusted catalogue, helping learners compare choices while keeping their original skill scores intact.</a:t>
            </a:r>
          </a:p>
          <a:p xmlns:a="http://schemas.openxmlformats.org/drawingml/2006/main">
            <a:r>
              <a:t/>
            </a:r>
          </a:p>
          <a:p xmlns:a="http://schemas.openxmlformats.org/drawingml/2006/main">
            <a:r>
              <a:t>Sources</a:t>
            </a:r>
          </a:p>
          <a:p xmlns:a="http://schemas.openxmlformats.org/drawingml/2006/main">
            <a:r>
              <a:t>src/components/CareerCouncil.tsx</a:t>
            </a:r>
          </a:p>
          <a:p xmlns:a="http://schemas.openxmlformats.org/drawingml/2006/main">
            <a:r>
              <a:t>scripts/council-gateway.mjs</a:t>
            </a:r>
          </a:p>
          <a:p xmlns:a="http://schemas.openxmlformats.org/drawingml/2006/main">
            <a:r>
              <a:t>Four viewpoints from one model, not four independent models</a:t>
            </a:r>
          </a:p>
          <a:p xmlns:a="http://schemas.openxmlformats.org/drawingml/2006/main">
            <a:r>
              <a:t>https://replit.com/@haziqfarhan174/SDC2026-SELADEVSUTHM</a:t>
            </a:r>
          </a:p>
          <a:p xmlns:a="http://schemas.openxmlformats.org/drawingml/2006/main">
            <a:r>
              <a:t>Council execution requires separate deployment acceptance</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designed the Council around source-linked choices. Our gateway checks the response structure, recognised roles and courses, and exact quotations from the fictional profile. It restores learning prerequisites and keeps API keys on the server. Qwen3-4B-Instruct-2507 supplies the four review roles; E5 separately provides semantic retrieval. Learners retain control over the final choice.</a:t>
            </a:r>
          </a:p>
          <a:p xmlns:a="http://schemas.openxmlformats.org/drawingml/2006/main">
            <a:r>
              <a:t/>
            </a:r>
          </a:p>
          <a:p xmlns:a="http://schemas.openxmlformats.org/drawingml/2006/main">
            <a:r>
              <a:t>Sources</a:t>
            </a:r>
          </a:p>
          <a:p xmlns:a="http://schemas.openxmlformats.org/drawingml/2006/main">
            <a:r>
              <a:t>https://huggingface.co/Qwen/Qwen3-4B-Instruct-2507</a:t>
            </a:r>
          </a:p>
          <a:p xmlns:a="http://schemas.openxmlformats.org/drawingml/2006/main">
            <a:r>
              <a:t>https://huggingface.co/Qwen/Qwen3-4B-Instruct-2507/commit/cdbee75f17c01a7cc42f958dc650907174af0554</a:t>
            </a:r>
          </a:p>
          <a:p xmlns:a="http://schemas.openxmlformats.org/drawingml/2006/main">
            <a:r>
              <a:t>scripts/council-gateway.mjs, validateReview and validateReceipt</a:t>
            </a:r>
          </a:p>
          <a:p xmlns:a="http://schemas.openxmlformats.org/drawingml/2006/main">
            <a:r>
              <a:t>Qwen revision cdbee75f17c01a7cc42f958dc650907174af0554</a:t>
            </a:r>
          </a:p>
          <a:p xmlns:a="http://schemas.openxmlformats.org/drawingml/2006/main">
            <a:r>
              <a:t>This architecture slide does not present a completed Council result</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and ran our E5 worker on RunPod using a PRO six thousand M I G, twenty-four gigabyte GPU. Our recorded fictional query compared two role descriptions and returned CUDA results in three point four five two seconds, after eleven point six two six seconds in the queue. We also passed fifty-five application tests, eighteen offline worker checks and the production build. Our submission includes the actual request history and completion receipt.</a:t>
            </a:r>
          </a:p>
          <a:p xmlns:a="http://schemas.openxmlformats.org/drawingml/2006/main">
            <a:r>
              <a:t/>
            </a:r>
          </a:p>
          <a:p xmlns:a="http://schemas.openxmlformats.org/drawingml/2006/main">
            <a:r>
              <a:t>Sources</a:t>
            </a:r>
          </a:p>
          <a:p xmlns:a="http://schemas.openxmlformats.org/drawingml/2006/main">
            <a:r>
              <a:t>outputs/submission/evidence/runpod/e5-completion.json, Runpod job abdc818d-4447-4171-95d1-adafa18b47ce-e2, COMPLETED</a:t>
            </a:r>
          </a:p>
          <a:p xmlns:a="http://schemas.openxmlformats.org/drawingml/2006/main">
            <a:r>
              <a:t>outputs/submission/evidence/runpod/e5-completed-request-history.png, worker PRO 6000 MIG 24GB</a:t>
            </a:r>
          </a:p>
          <a:p xmlns:a="http://schemas.openxmlformats.org/drawingml/2006/main">
            <a:r>
              <a:t>Generated 2026-10-24T19:11:44.011980Z = 25 October 2026, 03:11 MYT</a:t>
            </a:r>
          </a:p>
          <a:p xmlns:a="http://schemas.openxmlformats.org/drawingml/2006/main">
            <a:r>
              <a:t>intfloat/multilingual-e5-base revision d128750597153bb5987e10b1c3493a34e5a4502a</a:t>
            </a:r>
          </a:p>
          <a:p xmlns:a="http://schemas.openxmlformats.org/drawingml/2006/main">
            <a:r>
              <a:t>One fictional query and two authored passages; executionTime 3452 ms; delayTime 11626 ms</a:t>
            </a:r>
          </a:p>
          <a:p xmlns:a="http://schemas.openxmlformats.org/drawingml/2006/main">
            <a:r>
              <a:t>55 application tests, 18 offline worker contract checks, production build and TypeScript passed</a:t>
            </a:r>
          </a:p>
          <a:p xmlns:a="http://schemas.openxmlformats.org/drawingml/2006/main">
            <a:r>
              <a:t>docs/VERIFICATION.md</a:t>
            </a:r>
          </a:p>
          <a:p xmlns:a="http://schemas.openxmlformats.org/drawingml/2006/main">
            <a:r>
              <a:t>https://github.com/hzqfarhan/SDC2026-SELADEVSUTHM</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phase brings SHIFTATLAS to ten learners. We aim for twenty percent less median planning time and eighty percent correctly explaining their score and uncertainty. We built the project with OpenAI Codex and GPT-five-point-one Sol, alongside coding assistance from Qoder and Cortex Code, CoCo. Our goal is clear: help learners choose a next step they can understand, afford and act on.</a:t>
            </a:r>
          </a:p>
          <a:p xmlns:a="http://schemas.openxmlformats.org/drawingml/2006/main">
            <a:r>
              <a:t/>
            </a:r>
          </a:p>
          <a:p xmlns:a="http://schemas.openxmlformats.org/drawingml/2006/main">
            <a:r>
              <a:t>Sources</a:t>
            </a:r>
          </a:p>
          <a:p xmlns:a="http://schemas.openxmlformats.org/drawingml/2006/main">
            <a:r>
              <a:t>Planned ten-learner pilot accepted for proposal preparation on 25 October 2026</a:t>
            </a:r>
          </a:p>
          <a:p xmlns:a="http://schemas.openxmlformats.org/drawingml/2006/main">
            <a:r>
              <a:t>docs/TECHNICAL_DECLARATION.md</a:t>
            </a:r>
          </a:p>
          <a:p xmlns:a="http://schemas.openxmlformats.org/drawingml/2006/main">
            <a:r>
              <a:t>Domain 1 brief PDF pages 7 and 8</a:t>
            </a:r>
          </a:p>
          <a:p xmlns:a="http://schemas.openxmlformats.org/drawingml/2006/main">
            <a:r>
              <a:t/>
            </a:r>
          </a:p>
          <a:p xmlns:a="http://schemas.openxmlformats.org/drawingml/2006/main">
            <a:r>
              <a:t>Visual sources</a:t>
            </a:r>
          </a:p>
          <a:p xmlns:a="http://schemas.openxmlformats.org/drawingml/2006/main">
            <a:r>
              <a:t>Prototype screenshots: SHIFTATLAS 3D, 25 October 2026. Low-poly concept illustrations and background: OpenAI built-in image generation. SELADEVS logo: https://www.seladevs.my/branding/seladevs-logo.png; copyright SELADEVS and contributing student designers. UN SDG icons: https://sdgs.un.org/goals; unchanged artwork. Targets4.4,8.5and10.2 describe intended contributions. Full asset provenance and hashes: ASSET_PROVENANCE.json and DESIGN_SOURCES.md.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15a9c48bff4b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4bf013d8be4d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1616682ced48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dcba5c86cf4e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d94d3aa1f645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e94605c0a04b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7D13B5-90F8-4FD5-A898-20ABE4EF22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530C69-077F-4E81-92E1-8D2EBADAB3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DD64525-B1C2-4B16-9476-B80462251E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BBA282-B0B2-4B90-8701-71C4208E2A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6AB2FF-92B4-4433-B21F-53AC21903E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DF45B9-9D0C-43FC-A9AF-7E35E43069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EBE583-5226-46BE-8BC5-6B2301F4E6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AB4DFC-25AC-44E0-B53A-3740F9B37A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9EC4AC-F816-4918-9BFF-21301D4A37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1600EE-8819-4569-84E4-680D732547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83cbc39a484d76" /><Relationship Type="http://schemas.openxmlformats.org/officeDocument/2006/relationships/slideLayout" Target="/ppt/slideLayouts/slideLayout1.xml" Id="Rcecdc3fffee14dda" /><Relationship Type="http://schemas.openxmlformats.org/officeDocument/2006/relationships/slideLayout" Target="/ppt/slideLayouts/slideLayout2.xml" Id="R0ded809544e443d2" /><Relationship Type="http://schemas.openxmlformats.org/officeDocument/2006/relationships/slideLayout" Target="/ppt/slideLayouts/slideLayout3.xml" Id="R85f0b006090a45b2" /><Relationship Type="http://schemas.openxmlformats.org/officeDocument/2006/relationships/slideLayout" Target="/ppt/slideLayouts/slideLayout4.xml" Id="R4a89e88d2e4d4dca" /><Relationship Type="http://schemas.openxmlformats.org/officeDocument/2006/relationships/slideLayout" Target="/ppt/slideLayouts/slideLayout5.xml" Id="Rac194917262540f1" /><Relationship Type="http://schemas.openxmlformats.org/officeDocument/2006/relationships/slideLayout" Target="/ppt/slideLayouts/slideLayout6.xml" Id="R37369fb1ea5342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cdc3fffee14dda"/>
    <p:sldLayoutId xmlns:r="http://schemas.openxmlformats.org/officeDocument/2006/relationships" id="2147483650" r:id="R0ded809544e443d2"/>
    <p:sldLayoutId xmlns:r="http://schemas.openxmlformats.org/officeDocument/2006/relationships" id="2147483651" r:id="R85f0b006090a45b2"/>
    <p:sldLayoutId xmlns:r="http://schemas.openxmlformats.org/officeDocument/2006/relationships" id="2147483652" r:id="R4a89e88d2e4d4dca"/>
    <p:sldLayoutId xmlns:r="http://schemas.openxmlformats.org/officeDocument/2006/relationships" id="2147483653" r:id="Rac194917262540f1"/>
    <p:sldLayoutId xmlns:r="http://schemas.openxmlformats.org/officeDocument/2006/relationships" id="2147483654" r:id="R37369fb1ea5342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d0c7da6b7d4269" /><Relationship Type="http://schemas.openxmlformats.org/officeDocument/2006/relationships/image" Target="/ppt/media/image.png" Id="R7c0268738bb84b69" /><Relationship Type="http://schemas.openxmlformats.org/officeDocument/2006/relationships/image" Target="/ppt/media/image2.png" Id="R42dc042fb939453e" /><Relationship Type="http://schemas.openxmlformats.org/officeDocument/2006/relationships/image" Target="/ppt/media/image.jpeg" Id="R81118885c0db4e71" /><Relationship Type="http://schemas.openxmlformats.org/officeDocument/2006/relationships/image" Target="/ppt/media/image2.jpeg" Id="R0932f820bcaf4128" /><Relationship Type="http://schemas.openxmlformats.org/officeDocument/2006/relationships/image" Target="/ppt/media/image3.jpeg" Id="R9c47e630c0474c2a" /><Relationship Type="http://schemas.openxmlformats.org/officeDocument/2006/relationships/notesSlide" Target="/ppt/notesSlides/notesSlide1.xml" Id="R5ba96bad507c4a21" /></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cc696245be1c4642" /><ns0:Relationship Type="http://schemas.openxmlformats.org/officeDocument/2006/relationships/image" Target="../media/image.png" Id="R6f7ef9397aec4314" /><ns0:Relationship Type="http://schemas.openxmlformats.org/officeDocument/2006/relationships/image" Target="../media/image2.png" Id="R5b6ff5aaf3074ec7" /><ns0:Relationship Type="http://schemas.openxmlformats.org/officeDocument/2006/relationships/image" Target="/ppt/media/image5.png" Id="Rbebcfa7d5f4845ee" /><ns0:Relationship Type="http://schemas.openxmlformats.org/officeDocument/2006/relationships/notesSlide" Target="/ppt/notesSlides/notesSlide2.xml" Id="R79eb34ee263442a0"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61a1ab24bf7443fe" /><ns0:Relationship Type="http://schemas.openxmlformats.org/officeDocument/2006/relationships/image" Target="../media/image.png" Id="R08880c2143c84046" /><ns0:Relationship Type="http://schemas.openxmlformats.org/officeDocument/2006/relationships/image" Target="../media/image2.png" Id="R5565fc069862484c" /><ns0:Relationship Type="http://schemas.openxmlformats.org/officeDocument/2006/relationships/image" Target="/ppt/media/image8.png" Id="Rd2744de965ec4ffd" /><ns0:Relationship Type="http://schemas.openxmlformats.org/officeDocument/2006/relationships/notesSlide" Target="/ppt/notesSlides/notesSlide3.xml" Id="Reb8474b8c6e14551"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1c4b41a967704e80" /><ns0:Relationship Type="http://schemas.openxmlformats.org/officeDocument/2006/relationships/image" Target="../media/image.png" Id="R67c577c3d8144a46" /><ns0:Relationship Type="http://schemas.openxmlformats.org/officeDocument/2006/relationships/image" Target="../media/image2.png" Id="R2c321b43ef894c76" /><ns0:Relationship Type="http://schemas.openxmlformats.org/officeDocument/2006/relationships/image" Target="/ppt/media/image11.png" Id="R21c7ba5d29d54fee" /><ns0:Relationship Type="http://schemas.openxmlformats.org/officeDocument/2006/relationships/notesSlide" Target="/ppt/notesSlides/notesSlide4.xml" Id="R049c07002fc44ebd"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12cd2fc70a584de5" /><ns0:Relationship Type="http://schemas.openxmlformats.org/officeDocument/2006/relationships/image" Target="../media/image.png" Id="R92d5fc0ecab24a17" /><ns0:Relationship Type="http://schemas.openxmlformats.org/officeDocument/2006/relationships/image" Target="../media/image2.png" Id="R1f8aefdf1b8f4867" /><ns0:Relationship Type="http://schemas.openxmlformats.org/officeDocument/2006/relationships/image" Target="/ppt/media/image4.jpeg" Id="R1121d5d8c876419d" /><ns0:Relationship Type="http://schemas.openxmlformats.org/officeDocument/2006/relationships/notesSlide" Target="/ppt/notesSlides/notesSlide5.xml" Id="Raa3a57283ae04d95"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e82f278805664381" /><ns0:Relationship Type="http://schemas.openxmlformats.org/officeDocument/2006/relationships/image" Target="../media/image.png" Id="R7bf255a58f1b477e" /><ns0:Relationship Type="http://schemas.openxmlformats.org/officeDocument/2006/relationships/image" Target="../media/image2.png" Id="Rc26cf3ffeee643cb" /><ns0:Relationship Type="http://schemas.openxmlformats.org/officeDocument/2006/relationships/image" Target="/ppt/media/image5.jpeg" Id="R8fad7ee871194175" /><ns0:Relationship Type="http://schemas.openxmlformats.org/officeDocument/2006/relationships/image" Target="/ppt/media/image16.png" Id="Re55a4603c3e44600" /><ns0:Relationship Type="http://schemas.openxmlformats.org/officeDocument/2006/relationships/notesSlide" Target="/ppt/notesSlides/notesSlide6.xml" Id="R81f8276c085f4f82"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d712b9e1eb02498a" /><ns0:Relationship Type="http://schemas.openxmlformats.org/officeDocument/2006/relationships/image" Target="../media/image.png" Id="Rf16038ed5a974c2e" /><ns0:Relationship Type="http://schemas.openxmlformats.org/officeDocument/2006/relationships/image" Target="../media/image2.png" Id="R0add341928a64ffb" /><ns0:Relationship Type="http://schemas.openxmlformats.org/officeDocument/2006/relationships/image" Target="/ppt/media/image19.png" Id="R68a8a53d4c4b4ea7" /><ns0:Relationship Type="http://schemas.openxmlformats.org/officeDocument/2006/relationships/notesSlide" Target="/ppt/notesSlides/notesSlide7.xml" Id="R1cc6aa6e4c47412a"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bbd21e1ed5be48da" /><ns0:Relationship Type="http://schemas.openxmlformats.org/officeDocument/2006/relationships/image" Target="../media/image.png" Id="R952f1a2a1c4342de" /><ns0:Relationship Type="http://schemas.openxmlformats.org/officeDocument/2006/relationships/image" Target="../media/image2.png" Id="R5232ad590e514d9e" /><ns0:Relationship Type="http://schemas.openxmlformats.org/officeDocument/2006/relationships/image" Target="/ppt/media/image22.png" Id="R4dabd3b16e7c4b00" /><ns0:Relationship Type="http://schemas.openxmlformats.org/officeDocument/2006/relationships/image" Target="../media/image.jpeg" Id="R3a94c321b5c54e53" /><ns0:Relationship Type="http://schemas.openxmlformats.org/officeDocument/2006/relationships/image" Target="../media/image2.jpeg" Id="R2acce41fb6b845cf" /><ns0:Relationship Type="http://schemas.openxmlformats.org/officeDocument/2006/relationships/image" Target="../media/image3.jpeg" Id="R4da15adae6a344e7" /><ns0:Relationship Type="http://schemas.openxmlformats.org/officeDocument/2006/relationships/image" Target="/ppt/media/image23.png" Id="R172e9e79104944ef" /><ns0:Relationship Type="http://schemas.openxmlformats.org/officeDocument/2006/relationships/notesSlide" Target="/ppt/notesSlides/notesSlide8.xml" Id="Rf8a3ec0096ef40bc"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40958941e7394292" /><ns0:Relationship Type="http://schemas.openxmlformats.org/officeDocument/2006/relationships/image" Target="../media/image.png" Id="Re3dc6b6979884bb7" /><ns0:Relationship Type="http://schemas.openxmlformats.org/officeDocument/2006/relationships/image" Target="../media/image2.png" Id="Recedef08a8714618" /><ns0:Relationship Type="http://schemas.openxmlformats.org/officeDocument/2006/relationships/image" Target="/ppt/media/image9.jpeg" Id="R457205294b3b484f" /><ns0:Relationship Type="http://schemas.openxmlformats.org/officeDocument/2006/relationships/image" Target="/ppt/media/image26.png" Id="Rbe852a90fbb54193" /><ns0:Relationship Type="http://schemas.openxmlformats.org/officeDocument/2006/relationships/notesSlide" Target="/ppt/notesSlides/notesSlide9.xml" Id="R76c340f5559946cc"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146efb96c5d247a1" /><ns0:Relationship Type="http://schemas.openxmlformats.org/officeDocument/2006/relationships/image" Target="../media/image.png" Id="Rd5dade93652a429a" /><ns0:Relationship Type="http://schemas.openxmlformats.org/officeDocument/2006/relationships/image" Target="../media/image2.png" Id="R77ffba7392774802" /><ns0:Relationship Type="http://schemas.openxmlformats.org/officeDocument/2006/relationships/image" Target="/ppt/media/image29.png" Id="R2bdd16c913de44f8" /><ns0:Relationship Type="http://schemas.openxmlformats.org/officeDocument/2006/relationships/notesSlide" Target="/ppt/notesSlides/notesSlide10.xml" Id="R15faa0f6058e456f"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7ffdd4aff737400c" /><ns0:Relationship Type="http://schemas.openxmlformats.org/officeDocument/2006/relationships/image" Target="../media/image.png" Id="R27c16c311f274b0e" /><ns0:Relationship Type="http://schemas.openxmlformats.org/officeDocument/2006/relationships/image" Target="../media/image2.png" Id="Rb1664194a4e34641" /><ns0:Relationship Type="http://schemas.openxmlformats.org/officeDocument/2006/relationships/image" Target="/ppt/media/image32.png" Id="R9d633e8c4e24423c" /><ns0:Relationship Type="http://schemas.openxmlformats.org/officeDocument/2006/relationships/notesSlide" Target="/ppt/notesSlides/notesSlide11.xml" Id="R82e9f0009fbd4ff4"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1cfaed5923d84872" /><ns0:Relationship Type="http://schemas.openxmlformats.org/officeDocument/2006/relationships/image" Target="../media/image.png" Id="R9e648c8a3a714f82" /><ns0:Relationship Type="http://schemas.openxmlformats.org/officeDocument/2006/relationships/image" Target="../media/image2.png" Id="Ra516e78b9dfb4a0e" /><ns0:Relationship Type="http://schemas.openxmlformats.org/officeDocument/2006/relationships/image" Target="/ppt/media/image35.png" Id="R1e8edf256ca64912" /><ns0:Relationship Type="http://schemas.openxmlformats.org/officeDocument/2006/relationships/notesSlide" Target="/ppt/notesSlides/notesSlide12.xml" Id="Re2c79d84b4bc4a16"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6.xml" Id="R978ce38204de48ff" /><ns0:Relationship Type="http://schemas.openxmlformats.org/officeDocument/2006/relationships/image" Target="../media/image.png" Id="Rc5b9b5f02a3a4a37" /><ns0:Relationship Type="http://schemas.openxmlformats.org/officeDocument/2006/relationships/image" Target="../media/image2.png" Id="R676dfc1ebcd74342" /><ns0:Relationship Type="http://schemas.openxmlformats.org/officeDocument/2006/relationships/image" Target="/ppt/media/image38.png" Id="R55bf75ee2c344a90" /><ns0:Relationship Type="http://schemas.openxmlformats.org/officeDocument/2006/relationships/image" Target="/ppt/media/image39.png" Id="Re04db57a844b45d0" /><ns0:Relationship Type="http://schemas.openxmlformats.org/officeDocument/2006/relationships/notesSlide" Target="/ppt/notesSlides/notesSlide13.xml" Id="R55dd2939a0564d3f"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6.xml" Id="Raedf44d2954547d0" /><ns0:Relationship Type="http://schemas.openxmlformats.org/officeDocument/2006/relationships/image" Target="../media/image.png" Id="Rf4ebe2dd660a4929" /><ns0:Relationship Type="http://schemas.openxmlformats.org/officeDocument/2006/relationships/image" Target="../media/image2.png" Id="Rd428766d34b247d1" /><ns0:Relationship Type="http://schemas.openxmlformats.org/officeDocument/2006/relationships/image" Target="/ppt/media/image42.png" Id="R1674f5c6fd3f4452" /><ns0:Relationship Type="http://schemas.openxmlformats.org/officeDocument/2006/relationships/image" Target="../media/image.jpeg" Id="Rb110c185304c48de" /><ns0:Relationship Type="http://schemas.openxmlformats.org/officeDocument/2006/relationships/image" Target="../media/image2.jpeg" Id="R034191af61d44333" /><ns0:Relationship Type="http://schemas.openxmlformats.org/officeDocument/2006/relationships/image" Target="../media/image3.jpeg" Id="R6b0ee879de8d4df0" /><ns0:Relationship Type="http://schemas.openxmlformats.org/officeDocument/2006/relationships/notesSlide" Target="/ppt/notesSlides/notesSlide14.xml" Id="R867ecaebe81d4dd8" /></ns0: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8DB067E-B249-4205-B1EC-12A9466B43B7}"/>
              </a:ext>
            </a:extLst>
          </p:cNvPr>
          <p:cNvPicPr>
            <a:picLocks xmlns:a="http://schemas.openxmlformats.org/drawingml/2006/main" noChangeAspect="1"/>
          </p:cNvPicPr>
          <p:nvPr/>
        </p:nvPicPr>
        <p:blipFill>
          <a:blip xmlns:r="http://schemas.openxmlformats.org/officeDocument/2006/relationships" xmlns:a="http://schemas.openxmlformats.org/drawingml/2006/main" r:embed="R7c0268738bb84b6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8F739CEB-C57B-4CE8-85C2-4AF550DE83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4000"/>
            </a:srgbClr>
          </a:solidFill>
          <a:ln xmlns:a="http://schemas.openxmlformats.org/drawingml/2006/main" w="0">
            <a:noFill/>
          </a:ln>
        </p:spPr>
      </p:sp>
      <p:sp>
        <p:nvSpPr>
          <p:cNvPr id="3" name="cover-event">
            <a:extLst xmlns:a="http://schemas.openxmlformats.org/drawingml/2006/main">
              <a:ext uri="{FF2B5EF4-FFF2-40B4-BE49-F238E27FC236}">
                <a16:creationId xmlns:a16="http://schemas.microsoft.com/office/drawing/2014/main" id="{C2B08DCE-FD6F-4E78-9E7E-46639558D8D0}"/>
              </a:ext>
            </a:extLst>
          </p:cNvPr>
          <p:cNvSpPr>
            <a:spLocks xmlns:a="http://schemas.openxmlformats.org/drawingml/2006/main" noGrp="1"/>
          </p:cNvSpPr>
          <p:nvPr/>
        </p:nvSpPr>
        <p:spPr>
          <a:xfrm xmlns:a="http://schemas.openxmlformats.org/drawingml/2006/main">
            <a:off x="685800" y="6191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53F8B"/>
                </a:solidFill>
                <a:latin typeface="Segoe UI"/>
                <a:ea typeface="Segoe UI"/>
                <a:cs typeface="Segoe UI"/>
              </a:defRPr>
            </a:defPPr>
            <a:lvl1pPr algn="l">
              <a:defRPr sz="1425" b="1">
                <a:solidFill>
                  <a:srgbClr val="153F8B"/>
                </a:solidFill>
                <a:latin typeface="Segoe UI"/>
                <a:ea typeface="Segoe UI"/>
                <a:cs typeface="Segoe UI"/>
              </a:defRPr>
            </a:lvl1pPr>
            <a:lvl2pPr algn="l">
              <a:defRPr sz="1425" b="1">
                <a:solidFill>
                  <a:srgbClr val="153F8B"/>
                </a:solidFill>
                <a:latin typeface="Segoe UI"/>
                <a:ea typeface="Segoe UI"/>
                <a:cs typeface="Segoe UI"/>
              </a:defRPr>
            </a:lvl2pPr>
            <a:lvl3pPr algn="l">
              <a:defRPr sz="1425" b="1">
                <a:solidFill>
                  <a:srgbClr val="153F8B"/>
                </a:solidFill>
                <a:latin typeface="Segoe UI"/>
                <a:ea typeface="Segoe UI"/>
                <a:cs typeface="Segoe UI"/>
              </a:defRPr>
            </a:lvl3pPr>
            <a:lvl4pPr algn="l">
              <a:defRPr sz="1425" b="1">
                <a:solidFill>
                  <a:srgbClr val="153F8B"/>
                </a:solidFill>
                <a:latin typeface="Segoe UI"/>
                <a:ea typeface="Segoe UI"/>
                <a:cs typeface="Segoe UI"/>
              </a:defRPr>
            </a:lvl4pPr>
            <a:lvl5pPr algn="l">
              <a:defRPr sz="1425" b="1">
                <a:solidFill>
                  <a:srgbClr val="153F8B"/>
                </a:solidFill>
                <a:latin typeface="Segoe UI"/>
                <a:ea typeface="Segoe UI"/>
                <a:cs typeface="Segoe UI"/>
              </a:defRPr>
            </a:lvl5pPr>
            <a:lvl6pPr algn="l">
              <a:defRPr sz="1425" b="1">
                <a:solidFill>
                  <a:srgbClr val="153F8B"/>
                </a:solidFill>
                <a:latin typeface="Segoe UI"/>
                <a:ea typeface="Segoe UI"/>
                <a:cs typeface="Segoe UI"/>
              </a:defRPr>
            </a:lvl6pPr>
            <a:lvl7pPr algn="l">
              <a:defRPr sz="1425" b="1">
                <a:solidFill>
                  <a:srgbClr val="153F8B"/>
                </a:solidFill>
                <a:latin typeface="Segoe UI"/>
                <a:ea typeface="Segoe UI"/>
                <a:cs typeface="Segoe UI"/>
              </a:defRPr>
            </a:lvl7pPr>
            <a:lvl8pPr algn="l">
              <a:defRPr sz="1425" b="1">
                <a:solidFill>
                  <a:srgbClr val="153F8B"/>
                </a:solidFill>
                <a:latin typeface="Segoe UI"/>
                <a:ea typeface="Segoe UI"/>
                <a:cs typeface="Segoe UI"/>
              </a:defRPr>
            </a:lvl8pPr>
            <a:lvl9pPr algn="l">
              <a:defRPr sz="1425" b="1">
                <a:solidFill>
                  <a:srgbClr val="153F8B"/>
                </a:solidFill>
                <a:latin typeface="Segoe UI"/>
                <a:ea typeface="Segoe UI"/>
                <a:cs typeface="Segoe UI"/>
              </a:defRPr>
            </a:lvl9pPr>
          </a:lstStyle>
          <a:p xmlns:a="http://schemas.openxmlformats.org/drawingml/2006/main">
            <a:pPr algn="l">
              <a:defRPr sz="1425" b="1">
                <a:solidFill>
                  <a:srgbClr val="153F8B"/>
                </a:solidFill>
                <a:latin typeface="Segoe UI"/>
                <a:ea typeface="Segoe UI"/>
                <a:cs typeface="Segoe UI"/>
              </a:defRPr>
            </a:pPr>
            <a:r>
              <a:rPr sz="1425" b="1">
                <a:solidFill>
                  <a:srgbClr val="153F8B"/>
                </a:solidFill>
                <a:latin typeface="Segoe UI"/>
                <a:ea typeface="Segoe UI"/>
                <a:cs typeface="Segoe UI"/>
              </a:rPr>
              <a:t>SDC HACKATHON 2026   DOMAIN 1</a:t>
            </a:r>
          </a:p>
        </p:txBody>
      </p:sp>
      <p:sp>
        <p:nvSpPr>
          <p:cNvPr id="4" name="cover-title">
            <a:extLst xmlns:a="http://schemas.openxmlformats.org/drawingml/2006/main">
              <a:ext uri="{FF2B5EF4-FFF2-40B4-BE49-F238E27FC236}">
                <a16:creationId xmlns:a16="http://schemas.microsoft.com/office/drawing/2014/main" id="{C3EA9950-E84D-4021-B67C-1BF33B1F0D07}"/>
              </a:ext>
            </a:extLst>
          </p:cNvPr>
          <p:cNvSpPr>
            <a:spLocks xmlns:a="http://schemas.openxmlformats.org/drawingml/2006/main" noGrp="1"/>
          </p:cNvSpPr>
          <p:nvPr/>
        </p:nvSpPr>
        <p:spPr>
          <a:xfrm xmlns:a="http://schemas.openxmlformats.org/drawingml/2006/main">
            <a:off x="685800" y="1676400"/>
            <a:ext cx="695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71F36"/>
                </a:solidFill>
                <a:latin typeface="Segoe UI"/>
                <a:ea typeface="Segoe UI"/>
                <a:cs typeface="Segoe UI"/>
              </a:defRPr>
            </a:defPPr>
            <a:lvl1pPr algn="l">
              <a:defRPr sz="6900" b="1">
                <a:solidFill>
                  <a:srgbClr val="071F36"/>
                </a:solidFill>
                <a:latin typeface="Segoe UI"/>
                <a:ea typeface="Segoe UI"/>
                <a:cs typeface="Segoe UI"/>
              </a:defRPr>
            </a:lvl1pPr>
            <a:lvl2pPr algn="l">
              <a:defRPr sz="6900" b="1">
                <a:solidFill>
                  <a:srgbClr val="071F36"/>
                </a:solidFill>
                <a:latin typeface="Segoe UI"/>
                <a:ea typeface="Segoe UI"/>
                <a:cs typeface="Segoe UI"/>
              </a:defRPr>
            </a:lvl2pPr>
            <a:lvl3pPr algn="l">
              <a:defRPr sz="6900" b="1">
                <a:solidFill>
                  <a:srgbClr val="071F36"/>
                </a:solidFill>
                <a:latin typeface="Segoe UI"/>
                <a:ea typeface="Segoe UI"/>
                <a:cs typeface="Segoe UI"/>
              </a:defRPr>
            </a:lvl3pPr>
            <a:lvl4pPr algn="l">
              <a:defRPr sz="6900" b="1">
                <a:solidFill>
                  <a:srgbClr val="071F36"/>
                </a:solidFill>
                <a:latin typeface="Segoe UI"/>
                <a:ea typeface="Segoe UI"/>
                <a:cs typeface="Segoe UI"/>
              </a:defRPr>
            </a:lvl4pPr>
            <a:lvl5pPr algn="l">
              <a:defRPr sz="6900" b="1">
                <a:solidFill>
                  <a:srgbClr val="071F36"/>
                </a:solidFill>
                <a:latin typeface="Segoe UI"/>
                <a:ea typeface="Segoe UI"/>
                <a:cs typeface="Segoe UI"/>
              </a:defRPr>
            </a:lvl5pPr>
            <a:lvl6pPr algn="l">
              <a:defRPr sz="6900" b="1">
                <a:solidFill>
                  <a:srgbClr val="071F36"/>
                </a:solidFill>
                <a:latin typeface="Segoe UI"/>
                <a:ea typeface="Segoe UI"/>
                <a:cs typeface="Segoe UI"/>
              </a:defRPr>
            </a:lvl6pPr>
            <a:lvl7pPr algn="l">
              <a:defRPr sz="6900" b="1">
                <a:solidFill>
                  <a:srgbClr val="071F36"/>
                </a:solidFill>
                <a:latin typeface="Segoe UI"/>
                <a:ea typeface="Segoe UI"/>
                <a:cs typeface="Segoe UI"/>
              </a:defRPr>
            </a:lvl7pPr>
            <a:lvl8pPr algn="l">
              <a:defRPr sz="6900" b="1">
                <a:solidFill>
                  <a:srgbClr val="071F36"/>
                </a:solidFill>
                <a:latin typeface="Segoe UI"/>
                <a:ea typeface="Segoe UI"/>
                <a:cs typeface="Segoe UI"/>
              </a:defRPr>
            </a:lvl8pPr>
            <a:lvl9pPr algn="l">
              <a:defRPr sz="6900" b="1">
                <a:solidFill>
                  <a:srgbClr val="071F36"/>
                </a:solidFill>
                <a:latin typeface="Segoe UI"/>
                <a:ea typeface="Segoe UI"/>
                <a:cs typeface="Segoe UI"/>
              </a:defRPr>
            </a:lvl9pPr>
          </a:lstStyle>
          <a:p xmlns:a="http://schemas.openxmlformats.org/drawingml/2006/main">
            <a:pPr algn="l">
              <a:defRPr sz="6900" b="1">
                <a:solidFill>
                  <a:srgbClr val="071F36"/>
                </a:solidFill>
                <a:latin typeface="Segoe UI"/>
                <a:ea typeface="Segoe UI"/>
                <a:cs typeface="Segoe UI"/>
              </a:defRPr>
            </a:pPr>
            <a:r>
              <a:rPr sz="6900" b="1">
                <a:solidFill>
                  <a:srgbClr val="071F36"/>
                </a:solidFill>
                <a:latin typeface="Segoe UI"/>
                <a:ea typeface="Segoe UI"/>
                <a:cs typeface="Segoe UI"/>
              </a:rPr>
              <a:t>SHIFTATLAS</a:t>
            </a:r>
          </a:p>
          <a:p xmlns:a="http://schemas.openxmlformats.org/drawingml/2006/main">
            <a:pPr algn="l">
              <a:defRPr sz="6900" b="1">
                <a:solidFill>
                  <a:srgbClr val="071F36"/>
                </a:solidFill>
                <a:latin typeface="Segoe UI"/>
                <a:ea typeface="Segoe UI"/>
                <a:cs typeface="Segoe UI"/>
              </a:defRPr>
            </a:pPr>
            <a:r>
              <a:rPr sz="6900" b="1">
                <a:solidFill>
                  <a:srgbClr val="071F36"/>
                </a:solidFill>
                <a:latin typeface="Segoe UI"/>
                <a:ea typeface="Segoe UI"/>
                <a:cs typeface="Segoe UI"/>
              </a:rPr>
              <a:t>3D</a:t>
            </a:r>
          </a:p>
        </p:txBody>
      </p:sp>
      <p:sp>
        <p:nvSpPr>
          <p:cNvPr id="5" name="cover-subtitle">
            <a:extLst xmlns:a="http://schemas.openxmlformats.org/drawingml/2006/main">
              <a:ext uri="{FF2B5EF4-FFF2-40B4-BE49-F238E27FC236}">
                <a16:creationId xmlns:a16="http://schemas.microsoft.com/office/drawing/2014/main" id="{13273620-10B0-489F-8B5A-54D08517FBD2}"/>
              </a:ext>
            </a:extLst>
          </p:cNvPr>
          <p:cNvSpPr>
            <a:spLocks xmlns:a="http://schemas.openxmlformats.org/drawingml/2006/main" noGrp="1"/>
          </p:cNvSpPr>
          <p:nvPr/>
        </p:nvSpPr>
        <p:spPr>
          <a:xfrm xmlns:a="http://schemas.openxmlformats.org/drawingml/2006/main">
            <a:off x="723900" y="41243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F62"/>
                </a:solidFill>
                <a:latin typeface="Segoe UI"/>
                <a:ea typeface="Segoe UI"/>
                <a:cs typeface="Segoe UI"/>
              </a:defRPr>
            </a:defPPr>
            <a:lvl1pPr algn="l">
              <a:defRPr sz="2325" b="0">
                <a:solidFill>
                  <a:srgbClr val="334F62"/>
                </a:solidFill>
                <a:latin typeface="Segoe UI"/>
                <a:ea typeface="Segoe UI"/>
                <a:cs typeface="Segoe UI"/>
              </a:defRPr>
            </a:lvl1pPr>
            <a:lvl2pPr algn="l">
              <a:defRPr sz="2325" b="0">
                <a:solidFill>
                  <a:srgbClr val="334F62"/>
                </a:solidFill>
                <a:latin typeface="Segoe UI"/>
                <a:ea typeface="Segoe UI"/>
                <a:cs typeface="Segoe UI"/>
              </a:defRPr>
            </a:lvl2pPr>
            <a:lvl3pPr algn="l">
              <a:defRPr sz="2325" b="0">
                <a:solidFill>
                  <a:srgbClr val="334F62"/>
                </a:solidFill>
                <a:latin typeface="Segoe UI"/>
                <a:ea typeface="Segoe UI"/>
                <a:cs typeface="Segoe UI"/>
              </a:defRPr>
            </a:lvl3pPr>
            <a:lvl4pPr algn="l">
              <a:defRPr sz="2325" b="0">
                <a:solidFill>
                  <a:srgbClr val="334F62"/>
                </a:solidFill>
                <a:latin typeface="Segoe UI"/>
                <a:ea typeface="Segoe UI"/>
                <a:cs typeface="Segoe UI"/>
              </a:defRPr>
            </a:lvl4pPr>
            <a:lvl5pPr algn="l">
              <a:defRPr sz="2325" b="0">
                <a:solidFill>
                  <a:srgbClr val="334F62"/>
                </a:solidFill>
                <a:latin typeface="Segoe UI"/>
                <a:ea typeface="Segoe UI"/>
                <a:cs typeface="Segoe UI"/>
              </a:defRPr>
            </a:lvl5pPr>
            <a:lvl6pPr algn="l">
              <a:defRPr sz="2325" b="0">
                <a:solidFill>
                  <a:srgbClr val="334F62"/>
                </a:solidFill>
                <a:latin typeface="Segoe UI"/>
                <a:ea typeface="Segoe UI"/>
                <a:cs typeface="Segoe UI"/>
              </a:defRPr>
            </a:lvl6pPr>
            <a:lvl7pPr algn="l">
              <a:defRPr sz="2325" b="0">
                <a:solidFill>
                  <a:srgbClr val="334F62"/>
                </a:solidFill>
                <a:latin typeface="Segoe UI"/>
                <a:ea typeface="Segoe UI"/>
                <a:cs typeface="Segoe UI"/>
              </a:defRPr>
            </a:lvl7pPr>
            <a:lvl8pPr algn="l">
              <a:defRPr sz="2325" b="0">
                <a:solidFill>
                  <a:srgbClr val="334F62"/>
                </a:solidFill>
                <a:latin typeface="Segoe UI"/>
                <a:ea typeface="Segoe UI"/>
                <a:cs typeface="Segoe UI"/>
              </a:defRPr>
            </a:lvl8pPr>
            <a:lvl9pPr algn="l">
              <a:defRPr sz="2325" b="0">
                <a:solidFill>
                  <a:srgbClr val="334F62"/>
                </a:solidFill>
                <a:latin typeface="Segoe UI"/>
                <a:ea typeface="Segoe UI"/>
                <a:cs typeface="Segoe UI"/>
              </a:defRPr>
            </a:lvl9pPr>
          </a:lstStyle>
          <a:p xmlns:a="http://schemas.openxmlformats.org/drawingml/2006/main">
            <a:pPr algn="l">
              <a:defRPr sz="2325" b="0">
                <a:solidFill>
                  <a:srgbClr val="334F62"/>
                </a:solidFill>
                <a:latin typeface="Segoe UI"/>
                <a:ea typeface="Segoe UI"/>
                <a:cs typeface="Segoe UI"/>
              </a:defRPr>
            </a:pPr>
            <a:r>
              <a:rPr sz="2325" b="0">
                <a:solidFill>
                  <a:srgbClr val="334F62"/>
                </a:solidFill>
                <a:latin typeface="Segoe UI"/>
                <a:ea typeface="Segoe UI"/>
                <a:cs typeface="Segoe UI"/>
              </a:rPr>
              <a:t>A source-traceable career atlas</a:t>
            </a:r>
          </a:p>
          <a:p xmlns:a="http://schemas.openxmlformats.org/drawingml/2006/main">
            <a:pPr algn="l">
              <a:defRPr sz="2325" b="0">
                <a:solidFill>
                  <a:srgbClr val="334F62"/>
                </a:solidFill>
                <a:latin typeface="Segoe UI"/>
                <a:ea typeface="Segoe UI"/>
                <a:cs typeface="Segoe UI"/>
              </a:defRPr>
            </a:pPr>
            <a:r>
              <a:rPr sz="2325" b="0">
                <a:solidFill>
                  <a:srgbClr val="334F62"/>
                </a:solidFill>
                <a:latin typeface="Segoe UI"/>
                <a:ea typeface="Segoe UI"/>
                <a:cs typeface="Segoe UI"/>
              </a:rPr>
              <a:t>for Malaysia</a:t>
            </a:r>
          </a:p>
        </p:txBody>
      </p:sp>
      <p:pic>
        <p:nvPicPr>
          <p:cNvPr id="6" name="">
            <a:extLst xmlns:a="http://schemas.openxmlformats.org/drawingml/2006/main">
              <a:ext uri="{FF2B5EF4-FFF2-40B4-BE49-F238E27FC236}">
                <a16:creationId xmlns:a16="http://schemas.microsoft.com/office/drawing/2014/main" id="{F65E42BC-4FB3-473B-8AAA-431161BE285C}"/>
              </a:ext>
            </a:extLst>
          </p:cNvPr>
          <p:cNvPicPr>
            <a:picLocks xmlns:a="http://schemas.openxmlformats.org/drawingml/2006/main" noChangeAspect="1"/>
          </p:cNvPicPr>
          <p:nvPr/>
        </p:nvPicPr>
        <p:blipFill>
          <a:blip xmlns:r="http://schemas.openxmlformats.org/officeDocument/2006/relationships" xmlns:a="http://schemas.openxmlformats.org/drawingml/2006/main" r:embed="R42dc042fb939453e"/>
          <a:stretch xmlns:a="http://schemas.openxmlformats.org/drawingml/2006/main"/>
        </p:blipFill>
        <p:spPr>
          <a:xfrm xmlns:a="http://schemas.openxmlformats.org/drawingml/2006/main">
            <a:off x="609600" y="5781675"/>
            <a:ext cx="723900" cy="723900"/>
          </a:xfrm>
          <a:prstGeom xmlns:a="http://schemas.openxmlformats.org/drawingml/2006/main" prst="rect">
            <a:avLst/>
          </a:prstGeom>
        </p:spPr>
      </p:pic>
      <p:sp>
        <p:nvSpPr>
          <p:cNvPr id="7" name="cover-team">
            <a:extLst xmlns:a="http://schemas.openxmlformats.org/drawingml/2006/main">
              <a:ext uri="{FF2B5EF4-FFF2-40B4-BE49-F238E27FC236}">
                <a16:creationId xmlns:a16="http://schemas.microsoft.com/office/drawing/2014/main" id="{12D234E6-E15C-49EF-BEDF-470C080BA907}"/>
              </a:ext>
            </a:extLst>
          </p:cNvPr>
          <p:cNvSpPr>
            <a:spLocks xmlns:a="http://schemas.openxmlformats.org/drawingml/2006/main" noGrp="1"/>
          </p:cNvSpPr>
          <p:nvPr/>
        </p:nvSpPr>
        <p:spPr>
          <a:xfrm xmlns:a="http://schemas.openxmlformats.org/drawingml/2006/main">
            <a:off x="1504950" y="58197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71F36"/>
                </a:solidFill>
                <a:latin typeface="Segoe UI"/>
                <a:ea typeface="Segoe UI"/>
                <a:cs typeface="Segoe UI"/>
              </a:defRPr>
            </a:defPPr>
            <a:lvl1pPr algn="l">
              <a:defRPr sz="1950" b="1">
                <a:solidFill>
                  <a:srgbClr val="071F36"/>
                </a:solidFill>
                <a:latin typeface="Segoe UI"/>
                <a:ea typeface="Segoe UI"/>
                <a:cs typeface="Segoe UI"/>
              </a:defRPr>
            </a:lvl1pPr>
            <a:lvl2pPr algn="l">
              <a:defRPr sz="1950" b="1">
                <a:solidFill>
                  <a:srgbClr val="071F36"/>
                </a:solidFill>
                <a:latin typeface="Segoe UI"/>
                <a:ea typeface="Segoe UI"/>
                <a:cs typeface="Segoe UI"/>
              </a:defRPr>
            </a:lvl2pPr>
            <a:lvl3pPr algn="l">
              <a:defRPr sz="1950" b="1">
                <a:solidFill>
                  <a:srgbClr val="071F36"/>
                </a:solidFill>
                <a:latin typeface="Segoe UI"/>
                <a:ea typeface="Segoe UI"/>
                <a:cs typeface="Segoe UI"/>
              </a:defRPr>
            </a:lvl3pPr>
            <a:lvl4pPr algn="l">
              <a:defRPr sz="1950" b="1">
                <a:solidFill>
                  <a:srgbClr val="071F36"/>
                </a:solidFill>
                <a:latin typeface="Segoe UI"/>
                <a:ea typeface="Segoe UI"/>
                <a:cs typeface="Segoe UI"/>
              </a:defRPr>
            </a:lvl4pPr>
            <a:lvl5pPr algn="l">
              <a:defRPr sz="1950" b="1">
                <a:solidFill>
                  <a:srgbClr val="071F36"/>
                </a:solidFill>
                <a:latin typeface="Segoe UI"/>
                <a:ea typeface="Segoe UI"/>
                <a:cs typeface="Segoe UI"/>
              </a:defRPr>
            </a:lvl5pPr>
            <a:lvl6pPr algn="l">
              <a:defRPr sz="1950" b="1">
                <a:solidFill>
                  <a:srgbClr val="071F36"/>
                </a:solidFill>
                <a:latin typeface="Segoe UI"/>
                <a:ea typeface="Segoe UI"/>
                <a:cs typeface="Segoe UI"/>
              </a:defRPr>
            </a:lvl6pPr>
            <a:lvl7pPr algn="l">
              <a:defRPr sz="1950" b="1">
                <a:solidFill>
                  <a:srgbClr val="071F36"/>
                </a:solidFill>
                <a:latin typeface="Segoe UI"/>
                <a:ea typeface="Segoe UI"/>
                <a:cs typeface="Segoe UI"/>
              </a:defRPr>
            </a:lvl7pPr>
            <a:lvl8pPr algn="l">
              <a:defRPr sz="1950" b="1">
                <a:solidFill>
                  <a:srgbClr val="071F36"/>
                </a:solidFill>
                <a:latin typeface="Segoe UI"/>
                <a:ea typeface="Segoe UI"/>
                <a:cs typeface="Segoe UI"/>
              </a:defRPr>
            </a:lvl8pPr>
            <a:lvl9pPr algn="l">
              <a:defRPr sz="1950" b="1">
                <a:solidFill>
                  <a:srgbClr val="071F36"/>
                </a:solidFill>
                <a:latin typeface="Segoe UI"/>
                <a:ea typeface="Segoe UI"/>
                <a:cs typeface="Segoe UI"/>
              </a:defRPr>
            </a:lvl9pPr>
          </a:lstStyle>
          <a:p xmlns:a="http://schemas.openxmlformats.org/drawingml/2006/main">
            <a:pPr algn="l">
              <a:defRPr sz="1950" b="1">
                <a:solidFill>
                  <a:srgbClr val="071F36"/>
                </a:solidFill>
                <a:latin typeface="Segoe UI"/>
                <a:ea typeface="Segoe UI"/>
                <a:cs typeface="Segoe UI"/>
              </a:defRPr>
            </a:pPr>
            <a:r>
              <a:rPr sz="1950" b="1">
                <a:solidFill>
                  <a:srgbClr val="071F36"/>
                </a:solidFill>
                <a:latin typeface="Segoe UI"/>
                <a:ea typeface="Segoe UI"/>
                <a:cs typeface="Segoe UI"/>
              </a:rPr>
              <a:t>SELADEVS UTHM</a:t>
            </a:r>
          </a:p>
        </p:txBody>
      </p:sp>
      <p:sp>
        <p:nvSpPr>
          <p:cNvPr id="8" name="cover-affiliation">
            <a:extLst xmlns:a="http://schemas.openxmlformats.org/drawingml/2006/main">
              <a:ext uri="{FF2B5EF4-FFF2-40B4-BE49-F238E27FC236}">
                <a16:creationId xmlns:a16="http://schemas.microsoft.com/office/drawing/2014/main" id="{283F59A3-74EE-4075-A4FA-71ABA3B64F7E}"/>
              </a:ext>
            </a:extLst>
          </p:cNvPr>
          <p:cNvSpPr>
            <a:spLocks xmlns:a="http://schemas.openxmlformats.org/drawingml/2006/main" noGrp="1"/>
          </p:cNvSpPr>
          <p:nvPr/>
        </p:nvSpPr>
        <p:spPr>
          <a:xfrm xmlns:a="http://schemas.openxmlformats.org/drawingml/2006/main">
            <a:off x="1524000" y="6200775"/>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334F62"/>
                </a:solidFill>
                <a:latin typeface="Segoe UI"/>
                <a:ea typeface="Segoe UI"/>
                <a:cs typeface="Segoe UI"/>
              </a:defRPr>
            </a:defPPr>
            <a:lvl1pPr algn="l">
              <a:defRPr sz="1350" b="0">
                <a:solidFill>
                  <a:srgbClr val="334F62"/>
                </a:solidFill>
                <a:latin typeface="Segoe UI"/>
                <a:ea typeface="Segoe UI"/>
                <a:cs typeface="Segoe UI"/>
              </a:defRPr>
            </a:lvl1pPr>
            <a:lvl2pPr algn="l">
              <a:defRPr sz="1350" b="0">
                <a:solidFill>
                  <a:srgbClr val="334F62"/>
                </a:solidFill>
                <a:latin typeface="Segoe UI"/>
                <a:ea typeface="Segoe UI"/>
                <a:cs typeface="Segoe UI"/>
              </a:defRPr>
            </a:lvl2pPr>
            <a:lvl3pPr algn="l">
              <a:defRPr sz="1350" b="0">
                <a:solidFill>
                  <a:srgbClr val="334F62"/>
                </a:solidFill>
                <a:latin typeface="Segoe UI"/>
                <a:ea typeface="Segoe UI"/>
                <a:cs typeface="Segoe UI"/>
              </a:defRPr>
            </a:lvl3pPr>
            <a:lvl4pPr algn="l">
              <a:defRPr sz="1350" b="0">
                <a:solidFill>
                  <a:srgbClr val="334F62"/>
                </a:solidFill>
                <a:latin typeface="Segoe UI"/>
                <a:ea typeface="Segoe UI"/>
                <a:cs typeface="Segoe UI"/>
              </a:defRPr>
            </a:lvl4pPr>
            <a:lvl5pPr algn="l">
              <a:defRPr sz="1350" b="0">
                <a:solidFill>
                  <a:srgbClr val="334F62"/>
                </a:solidFill>
                <a:latin typeface="Segoe UI"/>
                <a:ea typeface="Segoe UI"/>
                <a:cs typeface="Segoe UI"/>
              </a:defRPr>
            </a:lvl5pPr>
            <a:lvl6pPr algn="l">
              <a:defRPr sz="1350" b="0">
                <a:solidFill>
                  <a:srgbClr val="334F62"/>
                </a:solidFill>
                <a:latin typeface="Segoe UI"/>
                <a:ea typeface="Segoe UI"/>
                <a:cs typeface="Segoe UI"/>
              </a:defRPr>
            </a:lvl6pPr>
            <a:lvl7pPr algn="l">
              <a:defRPr sz="1350" b="0">
                <a:solidFill>
                  <a:srgbClr val="334F62"/>
                </a:solidFill>
                <a:latin typeface="Segoe UI"/>
                <a:ea typeface="Segoe UI"/>
                <a:cs typeface="Segoe UI"/>
              </a:defRPr>
            </a:lvl7pPr>
            <a:lvl8pPr algn="l">
              <a:defRPr sz="1350" b="0">
                <a:solidFill>
                  <a:srgbClr val="334F62"/>
                </a:solidFill>
                <a:latin typeface="Segoe UI"/>
                <a:ea typeface="Segoe UI"/>
                <a:cs typeface="Segoe UI"/>
              </a:defRPr>
            </a:lvl8pPr>
            <a:lvl9pPr algn="l">
              <a:defRPr sz="1350" b="0">
                <a:solidFill>
                  <a:srgbClr val="334F62"/>
                </a:solidFill>
                <a:latin typeface="Segoe UI"/>
                <a:ea typeface="Segoe UI"/>
                <a:cs typeface="Segoe UI"/>
              </a:defRPr>
            </a:lvl9pPr>
          </a:lstStyle>
          <a:p xmlns:a="http://schemas.openxmlformats.org/drawingml/2006/main">
            <a:pPr algn="l">
              <a:defRPr sz="1350" b="0">
                <a:solidFill>
                  <a:srgbClr val="334F62"/>
                </a:solidFill>
                <a:latin typeface="Segoe UI"/>
                <a:ea typeface="Segoe UI"/>
                <a:cs typeface="Segoe UI"/>
              </a:defRPr>
            </a:pPr>
            <a:r>
              <a:rPr sz="1350" b="0">
                <a:solidFill>
                  <a:srgbClr val="334F62"/>
                </a:solidFill>
                <a:latin typeface="Segoe UI"/>
                <a:ea typeface="Segoe UI"/>
                <a:cs typeface="Segoe UI"/>
              </a:rPr>
              <a:t>Universiti Tun Hussein Onn Malaysia</a:t>
            </a:r>
          </a:p>
        </p:txBody>
      </p:sp>
      <p:pic>
        <p:nvPicPr>
          <p:cNvPr id="9" name="">
            <a:extLst xmlns:a="http://schemas.openxmlformats.org/drawingml/2006/main">
              <a:ext uri="{FF2B5EF4-FFF2-40B4-BE49-F238E27FC236}">
                <a16:creationId xmlns:a16="http://schemas.microsoft.com/office/drawing/2014/main" id="{9D8EDB85-CD74-498B-9C67-9DD86397AF90}"/>
              </a:ext>
            </a:extLst>
          </p:cNvPr>
          <p:cNvPicPr>
            <a:picLocks xmlns:a="http://schemas.openxmlformats.org/drawingml/2006/main" noChangeAspect="1"/>
          </p:cNvPicPr>
          <p:nvPr/>
        </p:nvPicPr>
        <p:blipFill>
          <a:blip xmlns:r="http://schemas.openxmlformats.org/officeDocument/2006/relationships" xmlns:a="http://schemas.openxmlformats.org/drawingml/2006/main" r:embed="R81118885c0db4e71"/>
          <a:stretch xmlns:a="http://schemas.openxmlformats.org/drawingml/2006/main"/>
        </p:blipFill>
        <p:spPr>
          <a:xfrm xmlns:a="http://schemas.openxmlformats.org/drawingml/2006/main">
            <a:off x="723900" y="4981575"/>
            <a:ext cx="552450" cy="5524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6ABFD8C-CFE5-4491-9AF9-E98BF6FD1FD9}"/>
              </a:ext>
            </a:extLst>
          </p:cNvPr>
          <p:cNvPicPr>
            <a:picLocks xmlns:a="http://schemas.openxmlformats.org/drawingml/2006/main" noChangeAspect="1"/>
          </p:cNvPicPr>
          <p:nvPr/>
        </p:nvPicPr>
        <p:blipFill>
          <a:blip xmlns:r="http://schemas.openxmlformats.org/officeDocument/2006/relationships" xmlns:a="http://schemas.openxmlformats.org/drawingml/2006/main" r:embed="R0932f820bcaf4128"/>
          <a:stretch xmlns:a="http://schemas.openxmlformats.org/drawingml/2006/main"/>
        </p:blipFill>
        <p:spPr>
          <a:xfrm xmlns:a="http://schemas.openxmlformats.org/drawingml/2006/main">
            <a:off x="1419225" y="4981575"/>
            <a:ext cx="552450" cy="5524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62E9F2E-03F8-4BDD-B017-2ABBD0E9F434}"/>
              </a:ext>
            </a:extLst>
          </p:cNvPr>
          <p:cNvPicPr>
            <a:picLocks xmlns:a="http://schemas.openxmlformats.org/drawingml/2006/main" noChangeAspect="1"/>
          </p:cNvPicPr>
          <p:nvPr/>
        </p:nvPicPr>
        <p:blipFill>
          <a:blip xmlns:r="http://schemas.openxmlformats.org/officeDocument/2006/relationships" xmlns:a="http://schemas.openxmlformats.org/drawingml/2006/main" r:embed="R9c47e630c0474c2a"/>
          <a:stretch xmlns:a="http://schemas.openxmlformats.org/drawingml/2006/main"/>
        </p:blipFill>
        <p:spPr>
          <a:xfrm xmlns:a="http://schemas.openxmlformats.org/drawingml/2006/main">
            <a:off x="2114550" y="4981575"/>
            <a:ext cx="552450" cy="552450"/>
          </a:xfrm>
          <a:prstGeom xmlns:a="http://schemas.openxmlformats.org/drawingml/2006/main" prst="rect">
            <a:avLst/>
          </a:prstGeom>
        </p:spPr>
      </p:pic>
      <p:sp>
        <p:nvSpPr>
          <p:cNvPr id="12" name="cover-sdg-label">
            <a:extLst xmlns:a="http://schemas.openxmlformats.org/drawingml/2006/main">
              <a:ext uri="{FF2B5EF4-FFF2-40B4-BE49-F238E27FC236}">
                <a16:creationId xmlns:a16="http://schemas.microsoft.com/office/drawing/2014/main" id="{2AB84155-0552-460E-BEA8-4DAA99D08A9F}"/>
              </a:ext>
            </a:extLst>
          </p:cNvPr>
          <p:cNvSpPr>
            <a:spLocks xmlns:a="http://schemas.openxmlformats.org/drawingml/2006/main" noGrp="1"/>
          </p:cNvSpPr>
          <p:nvPr/>
        </p:nvSpPr>
        <p:spPr>
          <a:xfrm xmlns:a="http://schemas.openxmlformats.org/drawingml/2006/main">
            <a:off x="2952750" y="50292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334F62"/>
                </a:solidFill>
                <a:latin typeface="Segoe UI"/>
                <a:ea typeface="Segoe UI"/>
                <a:cs typeface="Segoe UI"/>
              </a:defRPr>
            </a:defPPr>
            <a:lvl1pPr algn="l">
              <a:defRPr sz="1350" b="0">
                <a:solidFill>
                  <a:srgbClr val="334F62"/>
                </a:solidFill>
                <a:latin typeface="Segoe UI"/>
                <a:ea typeface="Segoe UI"/>
                <a:cs typeface="Segoe UI"/>
              </a:defRPr>
            </a:lvl1pPr>
            <a:lvl2pPr algn="l">
              <a:defRPr sz="1350" b="0">
                <a:solidFill>
                  <a:srgbClr val="334F62"/>
                </a:solidFill>
                <a:latin typeface="Segoe UI"/>
                <a:ea typeface="Segoe UI"/>
                <a:cs typeface="Segoe UI"/>
              </a:defRPr>
            </a:lvl2pPr>
            <a:lvl3pPr algn="l">
              <a:defRPr sz="1350" b="0">
                <a:solidFill>
                  <a:srgbClr val="334F62"/>
                </a:solidFill>
                <a:latin typeface="Segoe UI"/>
                <a:ea typeface="Segoe UI"/>
                <a:cs typeface="Segoe UI"/>
              </a:defRPr>
            </a:lvl3pPr>
            <a:lvl4pPr algn="l">
              <a:defRPr sz="1350" b="0">
                <a:solidFill>
                  <a:srgbClr val="334F62"/>
                </a:solidFill>
                <a:latin typeface="Segoe UI"/>
                <a:ea typeface="Segoe UI"/>
                <a:cs typeface="Segoe UI"/>
              </a:defRPr>
            </a:lvl4pPr>
            <a:lvl5pPr algn="l">
              <a:defRPr sz="1350" b="0">
                <a:solidFill>
                  <a:srgbClr val="334F62"/>
                </a:solidFill>
                <a:latin typeface="Segoe UI"/>
                <a:ea typeface="Segoe UI"/>
                <a:cs typeface="Segoe UI"/>
              </a:defRPr>
            </a:lvl5pPr>
            <a:lvl6pPr algn="l">
              <a:defRPr sz="1350" b="0">
                <a:solidFill>
                  <a:srgbClr val="334F62"/>
                </a:solidFill>
                <a:latin typeface="Segoe UI"/>
                <a:ea typeface="Segoe UI"/>
                <a:cs typeface="Segoe UI"/>
              </a:defRPr>
            </a:lvl6pPr>
            <a:lvl7pPr algn="l">
              <a:defRPr sz="1350" b="0">
                <a:solidFill>
                  <a:srgbClr val="334F62"/>
                </a:solidFill>
                <a:latin typeface="Segoe UI"/>
                <a:ea typeface="Segoe UI"/>
                <a:cs typeface="Segoe UI"/>
              </a:defRPr>
            </a:lvl7pPr>
            <a:lvl8pPr algn="l">
              <a:defRPr sz="1350" b="0">
                <a:solidFill>
                  <a:srgbClr val="334F62"/>
                </a:solidFill>
                <a:latin typeface="Segoe UI"/>
                <a:ea typeface="Segoe UI"/>
                <a:cs typeface="Segoe UI"/>
              </a:defRPr>
            </a:lvl8pPr>
            <a:lvl9pPr algn="l">
              <a:defRPr sz="1350" b="0">
                <a:solidFill>
                  <a:srgbClr val="334F62"/>
                </a:solidFill>
                <a:latin typeface="Segoe UI"/>
                <a:ea typeface="Segoe UI"/>
                <a:cs typeface="Segoe UI"/>
              </a:defRPr>
            </a:lvl9pPr>
          </a:lstStyle>
          <a:p xmlns:a="http://schemas.openxmlformats.org/drawingml/2006/main">
            <a:pPr algn="l">
              <a:defRPr sz="1350" b="0">
                <a:solidFill>
                  <a:srgbClr val="334F62"/>
                </a:solidFill>
                <a:latin typeface="Segoe UI"/>
                <a:ea typeface="Segoe UI"/>
                <a:cs typeface="Segoe UI"/>
              </a:defRPr>
            </a:pPr>
            <a:r>
              <a:rPr sz="1350" b="0">
                <a:solidFill>
                  <a:srgbClr val="334F62"/>
                </a:solidFill>
                <a:latin typeface="Segoe UI"/>
                <a:ea typeface="Segoe UI"/>
                <a:cs typeface="Segoe UI"/>
              </a:rPr>
              <a:t>Primary: SDG 4</a:t>
            </a:r>
          </a:p>
          <a:p xmlns:a="http://schemas.openxmlformats.org/drawingml/2006/main">
            <a:pPr algn="l">
              <a:defRPr sz="1350" b="0">
                <a:solidFill>
                  <a:srgbClr val="334F62"/>
                </a:solidFill>
                <a:latin typeface="Segoe UI"/>
                <a:ea typeface="Segoe UI"/>
                <a:cs typeface="Segoe UI"/>
              </a:defRPr>
            </a:pPr>
            <a:r>
              <a:rPr sz="1350" b="0">
                <a:solidFill>
                  <a:srgbClr val="334F62"/>
                </a:solidFill>
                <a:latin typeface="Segoe UI"/>
                <a:ea typeface="Segoe UI"/>
                <a:cs typeface="Segoe UI"/>
              </a:rPr>
              <a:t>Supporting: SDGs 8 and 10</a:t>
            </a:r>
          </a:p>
        </p:txBody>
      </p:sp>
    </p:spTree>
    <p:extLst>
      <p:ext uri="{BB962C8B-B14F-4D97-AF65-F5344CB8AC3E}">
        <p14:creationId xmlns:p14="http://schemas.microsoft.com/office/powerpoint/2010/main" val="16587640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54A47E0-23A1-440B-8A69-C75A334A3B85}"/>
              </a:ext>
            </a:extLst>
          </p:cNvPr>
          <p:cNvPicPr>
            <a:picLocks xmlns:a="http://schemas.openxmlformats.org/drawingml/2006/main" noChangeAspect="1"/>
          </p:cNvPicPr>
          <p:nvPr/>
        </p:nvPicPr>
        <p:blipFill>
          <a:blip xmlns:r="http://schemas.openxmlformats.org/officeDocument/2006/relationships" xmlns:a="http://schemas.openxmlformats.org/drawingml/2006/main" r:embed="R6f7ef9397aec431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0EDBE4CF-F69E-4E70-9A8B-5DFC5BC21A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260AAB9-7D29-452F-BF5C-E47531FAA52A}"/>
              </a:ext>
            </a:extLst>
          </p:cNvPr>
          <p:cNvPicPr>
            <a:picLocks xmlns:a="http://schemas.openxmlformats.org/drawingml/2006/main" noChangeAspect="1"/>
          </p:cNvPicPr>
          <p:nvPr/>
        </p:nvPicPr>
        <p:blipFill>
          <a:blip xmlns:r="http://schemas.openxmlformats.org/officeDocument/2006/relationships" xmlns:a="http://schemas.openxmlformats.org/drawingml/2006/main" r:embed="R5b6ff5aaf3074ec7"/>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34B5E8DF-0625-4FB2-A27F-19C23BF7A3CF}"/>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The next learning decision</a:t>
            </a:r>
          </a:p>
        </p:txBody>
      </p:sp>
      <p:sp>
        <p:nvSpPr>
          <p:cNvPr id="5" name="folio">
            <a:extLst xmlns:a="http://schemas.openxmlformats.org/drawingml/2006/main">
              <a:ext uri="{FF2B5EF4-FFF2-40B4-BE49-F238E27FC236}">
                <a16:creationId xmlns:a16="http://schemas.microsoft.com/office/drawing/2014/main" id="{E612F5CC-522F-42DE-BD0F-E5CC12F68C75}"/>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02</a:t>
            </a:r>
          </a:p>
        </p:txBody>
      </p:sp>
      <p:sp>
        <p:nvSpPr>
          <p:cNvPr id="6" name="problem-main">
            <a:extLst xmlns:a="http://schemas.openxmlformats.org/drawingml/2006/main">
              <a:ext uri="{FF2B5EF4-FFF2-40B4-BE49-F238E27FC236}">
                <a16:creationId xmlns:a16="http://schemas.microsoft.com/office/drawing/2014/main" id="{AD12E126-D465-4123-BAC0-A9CDF94E8B9C}"/>
              </a:ext>
            </a:extLst>
          </p:cNvPr>
          <p:cNvSpPr>
            <a:spLocks xmlns:a="http://schemas.openxmlformats.org/drawingml/2006/main" noGrp="1"/>
          </p:cNvSpPr>
          <p:nvPr/>
        </p:nvSpPr>
        <p:spPr>
          <a:xfrm xmlns:a="http://schemas.openxmlformats.org/drawingml/2006/main">
            <a:off x="685800" y="1676400"/>
            <a:ext cx="609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071F36"/>
                </a:solidFill>
                <a:latin typeface="Segoe UI"/>
                <a:ea typeface="Segoe UI"/>
                <a:cs typeface="Segoe UI"/>
              </a:defRPr>
            </a:defPPr>
            <a:lvl1pPr algn="l">
              <a:defRPr sz="4275" b="1">
                <a:solidFill>
                  <a:srgbClr val="071F36"/>
                </a:solidFill>
                <a:latin typeface="Segoe UI"/>
                <a:ea typeface="Segoe UI"/>
                <a:cs typeface="Segoe UI"/>
              </a:defRPr>
            </a:lvl1pPr>
            <a:lvl2pPr algn="l">
              <a:defRPr sz="4275" b="1">
                <a:solidFill>
                  <a:srgbClr val="071F36"/>
                </a:solidFill>
                <a:latin typeface="Segoe UI"/>
                <a:ea typeface="Segoe UI"/>
                <a:cs typeface="Segoe UI"/>
              </a:defRPr>
            </a:lvl2pPr>
            <a:lvl3pPr algn="l">
              <a:defRPr sz="4275" b="1">
                <a:solidFill>
                  <a:srgbClr val="071F36"/>
                </a:solidFill>
                <a:latin typeface="Segoe UI"/>
                <a:ea typeface="Segoe UI"/>
                <a:cs typeface="Segoe UI"/>
              </a:defRPr>
            </a:lvl3pPr>
            <a:lvl4pPr algn="l">
              <a:defRPr sz="4275" b="1">
                <a:solidFill>
                  <a:srgbClr val="071F36"/>
                </a:solidFill>
                <a:latin typeface="Segoe UI"/>
                <a:ea typeface="Segoe UI"/>
                <a:cs typeface="Segoe UI"/>
              </a:defRPr>
            </a:lvl4pPr>
            <a:lvl5pPr algn="l">
              <a:defRPr sz="4275" b="1">
                <a:solidFill>
                  <a:srgbClr val="071F36"/>
                </a:solidFill>
                <a:latin typeface="Segoe UI"/>
                <a:ea typeface="Segoe UI"/>
                <a:cs typeface="Segoe UI"/>
              </a:defRPr>
            </a:lvl5pPr>
            <a:lvl6pPr algn="l">
              <a:defRPr sz="4275" b="1">
                <a:solidFill>
                  <a:srgbClr val="071F36"/>
                </a:solidFill>
                <a:latin typeface="Segoe UI"/>
                <a:ea typeface="Segoe UI"/>
                <a:cs typeface="Segoe UI"/>
              </a:defRPr>
            </a:lvl6pPr>
            <a:lvl7pPr algn="l">
              <a:defRPr sz="4275" b="1">
                <a:solidFill>
                  <a:srgbClr val="071F36"/>
                </a:solidFill>
                <a:latin typeface="Segoe UI"/>
                <a:ea typeface="Segoe UI"/>
                <a:cs typeface="Segoe UI"/>
              </a:defRPr>
            </a:lvl7pPr>
            <a:lvl8pPr algn="l">
              <a:defRPr sz="4275" b="1">
                <a:solidFill>
                  <a:srgbClr val="071F36"/>
                </a:solidFill>
                <a:latin typeface="Segoe UI"/>
                <a:ea typeface="Segoe UI"/>
                <a:cs typeface="Segoe UI"/>
              </a:defRPr>
            </a:lvl8pPr>
            <a:lvl9pPr algn="l">
              <a:defRPr sz="4275" b="1">
                <a:solidFill>
                  <a:srgbClr val="071F36"/>
                </a:solidFill>
                <a:latin typeface="Segoe UI"/>
                <a:ea typeface="Segoe UI"/>
                <a:cs typeface="Segoe UI"/>
              </a:defRPr>
            </a:lvl9pPr>
          </a:lstStyle>
          <a:p xmlns:a="http://schemas.openxmlformats.org/drawingml/2006/main">
            <a:pPr algn="l">
              <a:defRPr sz="4275" b="1">
                <a:solidFill>
                  <a:srgbClr val="071F36"/>
                </a:solidFill>
                <a:latin typeface="Segoe UI"/>
                <a:ea typeface="Segoe UI"/>
                <a:cs typeface="Segoe UI"/>
              </a:defRPr>
            </a:pPr>
            <a:r>
              <a:rPr sz="4275" b="1">
                <a:solidFill>
                  <a:srgbClr val="071F36"/>
                </a:solidFill>
                <a:latin typeface="Segoe UI"/>
                <a:ea typeface="Segoe UI"/>
                <a:cs typeface="Segoe UI"/>
              </a:rPr>
              <a:t>Which skill should</a:t>
            </a:r>
          </a:p>
          <a:p xmlns:a="http://schemas.openxmlformats.org/drawingml/2006/main">
            <a:pPr algn="l">
              <a:defRPr sz="4275" b="1">
                <a:solidFill>
                  <a:srgbClr val="071F36"/>
                </a:solidFill>
                <a:latin typeface="Segoe UI"/>
                <a:ea typeface="Segoe UI"/>
                <a:cs typeface="Segoe UI"/>
              </a:defRPr>
            </a:pPr>
            <a:r>
              <a:rPr sz="4275" b="1">
                <a:solidFill>
                  <a:srgbClr val="071F36"/>
                </a:solidFill>
                <a:latin typeface="Segoe UI"/>
                <a:ea typeface="Segoe UI"/>
                <a:cs typeface="Segoe UI"/>
              </a:rPr>
              <a:t>Aina learn next?</a:t>
            </a:r>
          </a:p>
        </p:txBody>
      </p:sp>
      <p:sp>
        <p:nvSpPr>
          <p:cNvPr id="7" name="problem-person">
            <a:extLst xmlns:a="http://schemas.openxmlformats.org/drawingml/2006/main">
              <a:ext uri="{FF2B5EF4-FFF2-40B4-BE49-F238E27FC236}">
                <a16:creationId xmlns:a16="http://schemas.microsoft.com/office/drawing/2014/main" id="{2151FC91-E9FC-4C36-9BD7-BDBCF80A66CE}"/>
              </a:ext>
            </a:extLst>
          </p:cNvPr>
          <p:cNvSpPr>
            <a:spLocks xmlns:a="http://schemas.openxmlformats.org/drawingml/2006/main" noGrp="1"/>
          </p:cNvSpPr>
          <p:nvPr/>
        </p:nvSpPr>
        <p:spPr>
          <a:xfrm xmlns:a="http://schemas.openxmlformats.org/drawingml/2006/main">
            <a:off x="723900" y="351472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3F8B"/>
                </a:solidFill>
                <a:latin typeface="Segoe UI"/>
                <a:ea typeface="Segoe UI"/>
                <a:cs typeface="Segoe UI"/>
              </a:defRPr>
            </a:defPPr>
            <a:lvl1pPr algn="l">
              <a:defRPr sz="2025" b="1">
                <a:solidFill>
                  <a:srgbClr val="153F8B"/>
                </a:solidFill>
                <a:latin typeface="Segoe UI"/>
                <a:ea typeface="Segoe UI"/>
                <a:cs typeface="Segoe UI"/>
              </a:defRPr>
            </a:lvl1pPr>
            <a:lvl2pPr algn="l">
              <a:defRPr sz="2025" b="1">
                <a:solidFill>
                  <a:srgbClr val="153F8B"/>
                </a:solidFill>
                <a:latin typeface="Segoe UI"/>
                <a:ea typeface="Segoe UI"/>
                <a:cs typeface="Segoe UI"/>
              </a:defRPr>
            </a:lvl2pPr>
            <a:lvl3pPr algn="l">
              <a:defRPr sz="2025" b="1">
                <a:solidFill>
                  <a:srgbClr val="153F8B"/>
                </a:solidFill>
                <a:latin typeface="Segoe UI"/>
                <a:ea typeface="Segoe UI"/>
                <a:cs typeface="Segoe UI"/>
              </a:defRPr>
            </a:lvl3pPr>
            <a:lvl4pPr algn="l">
              <a:defRPr sz="2025" b="1">
                <a:solidFill>
                  <a:srgbClr val="153F8B"/>
                </a:solidFill>
                <a:latin typeface="Segoe UI"/>
                <a:ea typeface="Segoe UI"/>
                <a:cs typeface="Segoe UI"/>
              </a:defRPr>
            </a:lvl4pPr>
            <a:lvl5pPr algn="l">
              <a:defRPr sz="2025" b="1">
                <a:solidFill>
                  <a:srgbClr val="153F8B"/>
                </a:solidFill>
                <a:latin typeface="Segoe UI"/>
                <a:ea typeface="Segoe UI"/>
                <a:cs typeface="Segoe UI"/>
              </a:defRPr>
            </a:lvl5pPr>
            <a:lvl6pPr algn="l">
              <a:defRPr sz="2025" b="1">
                <a:solidFill>
                  <a:srgbClr val="153F8B"/>
                </a:solidFill>
                <a:latin typeface="Segoe UI"/>
                <a:ea typeface="Segoe UI"/>
                <a:cs typeface="Segoe UI"/>
              </a:defRPr>
            </a:lvl6pPr>
            <a:lvl7pPr algn="l">
              <a:defRPr sz="2025" b="1">
                <a:solidFill>
                  <a:srgbClr val="153F8B"/>
                </a:solidFill>
                <a:latin typeface="Segoe UI"/>
                <a:ea typeface="Segoe UI"/>
                <a:cs typeface="Segoe UI"/>
              </a:defRPr>
            </a:lvl7pPr>
            <a:lvl8pPr algn="l">
              <a:defRPr sz="2025" b="1">
                <a:solidFill>
                  <a:srgbClr val="153F8B"/>
                </a:solidFill>
                <a:latin typeface="Segoe UI"/>
                <a:ea typeface="Segoe UI"/>
                <a:cs typeface="Segoe UI"/>
              </a:defRPr>
            </a:lvl8pPr>
            <a:lvl9pPr algn="l">
              <a:defRPr sz="2025" b="1">
                <a:solidFill>
                  <a:srgbClr val="153F8B"/>
                </a:solidFill>
                <a:latin typeface="Segoe UI"/>
                <a:ea typeface="Segoe UI"/>
                <a:cs typeface="Segoe UI"/>
              </a:defRPr>
            </a:lvl9pPr>
          </a:lstStyle>
          <a:p xmlns:a="http://schemas.openxmlformats.org/drawingml/2006/main">
            <a:pPr algn="l">
              <a:defRPr sz="2025" b="1">
                <a:solidFill>
                  <a:srgbClr val="153F8B"/>
                </a:solidFill>
                <a:latin typeface="Segoe UI"/>
                <a:ea typeface="Segoe UI"/>
                <a:cs typeface="Segoe UI"/>
              </a:defRPr>
            </a:pPr>
            <a:r>
              <a:rPr sz="2025" b="1">
                <a:solidFill>
                  <a:srgbClr val="153F8B"/>
                </a:solidFill>
                <a:latin typeface="Segoe UI"/>
                <a:ea typeface="Segoe UI"/>
                <a:cs typeface="Segoe UI"/>
              </a:rPr>
              <a:t>A fictional Malaysian graduate</a:t>
            </a:r>
          </a:p>
        </p:txBody>
      </p:sp>
      <p:sp>
        <p:nvSpPr>
          <p:cNvPr id="8" name="problem-context">
            <a:extLst xmlns:a="http://schemas.openxmlformats.org/drawingml/2006/main">
              <a:ext uri="{FF2B5EF4-FFF2-40B4-BE49-F238E27FC236}">
                <a16:creationId xmlns:a16="http://schemas.microsoft.com/office/drawing/2014/main" id="{1E444D60-7720-4C47-BA9B-B799CB4598B1}"/>
              </a:ext>
            </a:extLst>
          </p:cNvPr>
          <p:cNvSpPr>
            <a:spLocks xmlns:a="http://schemas.openxmlformats.org/drawingml/2006/main" noGrp="1"/>
          </p:cNvSpPr>
          <p:nvPr/>
        </p:nvSpPr>
        <p:spPr>
          <a:xfrm xmlns:a="http://schemas.openxmlformats.org/drawingml/2006/main">
            <a:off x="723900" y="41529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F62"/>
                </a:solidFill>
                <a:latin typeface="Segoe UI"/>
                <a:ea typeface="Segoe UI"/>
                <a:cs typeface="Segoe UI"/>
              </a:defRPr>
            </a:defPPr>
            <a:lvl1pPr algn="l">
              <a:defRPr sz="2100" b="0">
                <a:solidFill>
                  <a:srgbClr val="334F62"/>
                </a:solidFill>
                <a:latin typeface="Segoe UI"/>
                <a:ea typeface="Segoe UI"/>
                <a:cs typeface="Segoe UI"/>
              </a:defRPr>
            </a:lvl1pPr>
            <a:lvl2pPr algn="l">
              <a:defRPr sz="2100" b="0">
                <a:solidFill>
                  <a:srgbClr val="334F62"/>
                </a:solidFill>
                <a:latin typeface="Segoe UI"/>
                <a:ea typeface="Segoe UI"/>
                <a:cs typeface="Segoe UI"/>
              </a:defRPr>
            </a:lvl2pPr>
            <a:lvl3pPr algn="l">
              <a:defRPr sz="2100" b="0">
                <a:solidFill>
                  <a:srgbClr val="334F62"/>
                </a:solidFill>
                <a:latin typeface="Segoe UI"/>
                <a:ea typeface="Segoe UI"/>
                <a:cs typeface="Segoe UI"/>
              </a:defRPr>
            </a:lvl3pPr>
            <a:lvl4pPr algn="l">
              <a:defRPr sz="2100" b="0">
                <a:solidFill>
                  <a:srgbClr val="334F62"/>
                </a:solidFill>
                <a:latin typeface="Segoe UI"/>
                <a:ea typeface="Segoe UI"/>
                <a:cs typeface="Segoe UI"/>
              </a:defRPr>
            </a:lvl4pPr>
            <a:lvl5pPr algn="l">
              <a:defRPr sz="2100" b="0">
                <a:solidFill>
                  <a:srgbClr val="334F62"/>
                </a:solidFill>
                <a:latin typeface="Segoe UI"/>
                <a:ea typeface="Segoe UI"/>
                <a:cs typeface="Segoe UI"/>
              </a:defRPr>
            </a:lvl5pPr>
            <a:lvl6pPr algn="l">
              <a:defRPr sz="2100" b="0">
                <a:solidFill>
                  <a:srgbClr val="334F62"/>
                </a:solidFill>
                <a:latin typeface="Segoe UI"/>
                <a:ea typeface="Segoe UI"/>
                <a:cs typeface="Segoe UI"/>
              </a:defRPr>
            </a:lvl6pPr>
            <a:lvl7pPr algn="l">
              <a:defRPr sz="2100" b="0">
                <a:solidFill>
                  <a:srgbClr val="334F62"/>
                </a:solidFill>
                <a:latin typeface="Segoe UI"/>
                <a:ea typeface="Segoe UI"/>
                <a:cs typeface="Segoe UI"/>
              </a:defRPr>
            </a:lvl7pPr>
            <a:lvl8pPr algn="l">
              <a:defRPr sz="2100" b="0">
                <a:solidFill>
                  <a:srgbClr val="334F62"/>
                </a:solidFill>
                <a:latin typeface="Segoe UI"/>
                <a:ea typeface="Segoe UI"/>
                <a:cs typeface="Segoe UI"/>
              </a:defRPr>
            </a:lvl8pPr>
            <a:lvl9pPr algn="l">
              <a:defRPr sz="2100" b="0">
                <a:solidFill>
                  <a:srgbClr val="334F62"/>
                </a:solidFill>
                <a:latin typeface="Segoe UI"/>
                <a:ea typeface="Segoe UI"/>
                <a:cs typeface="Segoe UI"/>
              </a:defRPr>
            </a:lvl9pPr>
          </a:lstStyle>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SQL or Python next?</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Limited weekly time. Limited budget.</a:t>
            </a:r>
          </a:p>
        </p:txBody>
      </p:sp>
      <p:sp>
        <p:nvSpPr>
          <p:cNvPr id="9" name="problem-need">
            <a:extLst xmlns:a="http://schemas.openxmlformats.org/drawingml/2006/main">
              <a:ext uri="{FF2B5EF4-FFF2-40B4-BE49-F238E27FC236}">
                <a16:creationId xmlns:a16="http://schemas.microsoft.com/office/drawing/2014/main" id="{76967975-1653-4660-99FD-B575612F5DC5}"/>
              </a:ext>
            </a:extLst>
          </p:cNvPr>
          <p:cNvSpPr>
            <a:spLocks xmlns:a="http://schemas.openxmlformats.org/drawingml/2006/main" noGrp="1"/>
          </p:cNvSpPr>
          <p:nvPr/>
        </p:nvSpPr>
        <p:spPr>
          <a:xfrm xmlns:a="http://schemas.openxmlformats.org/drawingml/2006/main">
            <a:off x="723900" y="554355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63"/>
                </a:solidFill>
                <a:latin typeface="Segoe UI"/>
                <a:ea typeface="Segoe UI"/>
                <a:cs typeface="Segoe UI"/>
              </a:defRPr>
            </a:defPPr>
            <a:lvl1pPr algn="l">
              <a:defRPr sz="2175" b="1">
                <a:solidFill>
                  <a:srgbClr val="005A63"/>
                </a:solidFill>
                <a:latin typeface="Segoe UI"/>
                <a:ea typeface="Segoe UI"/>
                <a:cs typeface="Segoe UI"/>
              </a:defRPr>
            </a:lvl1pPr>
            <a:lvl2pPr algn="l">
              <a:defRPr sz="2175" b="1">
                <a:solidFill>
                  <a:srgbClr val="005A63"/>
                </a:solidFill>
                <a:latin typeface="Segoe UI"/>
                <a:ea typeface="Segoe UI"/>
                <a:cs typeface="Segoe UI"/>
              </a:defRPr>
            </a:lvl2pPr>
            <a:lvl3pPr algn="l">
              <a:defRPr sz="2175" b="1">
                <a:solidFill>
                  <a:srgbClr val="005A63"/>
                </a:solidFill>
                <a:latin typeface="Segoe UI"/>
                <a:ea typeface="Segoe UI"/>
                <a:cs typeface="Segoe UI"/>
              </a:defRPr>
            </a:lvl3pPr>
            <a:lvl4pPr algn="l">
              <a:defRPr sz="2175" b="1">
                <a:solidFill>
                  <a:srgbClr val="005A63"/>
                </a:solidFill>
                <a:latin typeface="Segoe UI"/>
                <a:ea typeface="Segoe UI"/>
                <a:cs typeface="Segoe UI"/>
              </a:defRPr>
            </a:lvl4pPr>
            <a:lvl5pPr algn="l">
              <a:defRPr sz="2175" b="1">
                <a:solidFill>
                  <a:srgbClr val="005A63"/>
                </a:solidFill>
                <a:latin typeface="Segoe UI"/>
                <a:ea typeface="Segoe UI"/>
                <a:cs typeface="Segoe UI"/>
              </a:defRPr>
            </a:lvl5pPr>
            <a:lvl6pPr algn="l">
              <a:defRPr sz="2175" b="1">
                <a:solidFill>
                  <a:srgbClr val="005A63"/>
                </a:solidFill>
                <a:latin typeface="Segoe UI"/>
                <a:ea typeface="Segoe UI"/>
                <a:cs typeface="Segoe UI"/>
              </a:defRPr>
            </a:lvl6pPr>
            <a:lvl7pPr algn="l">
              <a:defRPr sz="2175" b="1">
                <a:solidFill>
                  <a:srgbClr val="005A63"/>
                </a:solidFill>
                <a:latin typeface="Segoe UI"/>
                <a:ea typeface="Segoe UI"/>
                <a:cs typeface="Segoe UI"/>
              </a:defRPr>
            </a:lvl7pPr>
            <a:lvl8pPr algn="l">
              <a:defRPr sz="2175" b="1">
                <a:solidFill>
                  <a:srgbClr val="005A63"/>
                </a:solidFill>
                <a:latin typeface="Segoe UI"/>
                <a:ea typeface="Segoe UI"/>
                <a:cs typeface="Segoe UI"/>
              </a:defRPr>
            </a:lvl8pPr>
            <a:lvl9pPr algn="l">
              <a:defRPr sz="2175" b="1">
                <a:solidFill>
                  <a:srgbClr val="005A63"/>
                </a:solidFill>
                <a:latin typeface="Segoe UI"/>
                <a:ea typeface="Segoe UI"/>
                <a:cs typeface="Segoe UI"/>
              </a:defRPr>
            </a:lvl9pPr>
          </a:lstStyle>
          <a:p xmlns:a="http://schemas.openxmlformats.org/drawingml/2006/main">
            <a:pPr algn="l">
              <a:defRPr sz="2175" b="1">
                <a:solidFill>
                  <a:srgbClr val="005A63"/>
                </a:solidFill>
                <a:latin typeface="Segoe UI"/>
                <a:ea typeface="Segoe UI"/>
                <a:cs typeface="Segoe UI"/>
              </a:defRPr>
            </a:pPr>
            <a:r>
              <a:rPr sz="2175" b="1">
                <a:solidFill>
                  <a:srgbClr val="005A63"/>
                </a:solidFill>
                <a:latin typeface="Segoe UI"/>
                <a:ea typeface="Segoe UI"/>
                <a:cs typeface="Segoe UI"/>
              </a:rPr>
              <a:t>An ordered plan with reasoning</a:t>
            </a:r>
          </a:p>
          <a:p xmlns:a="http://schemas.openxmlformats.org/drawingml/2006/main">
            <a:pPr algn="l">
              <a:defRPr sz="2175" b="1">
                <a:solidFill>
                  <a:srgbClr val="005A63"/>
                </a:solidFill>
                <a:latin typeface="Segoe UI"/>
                <a:ea typeface="Segoe UI"/>
                <a:cs typeface="Segoe UI"/>
              </a:defRPr>
            </a:pPr>
            <a:r>
              <a:rPr sz="2175" b="1">
                <a:solidFill>
                  <a:srgbClr val="005A63"/>
                </a:solidFill>
                <a:latin typeface="Segoe UI"/>
                <a:ea typeface="Segoe UI"/>
                <a:cs typeface="Segoe UI"/>
              </a:rPr>
              <a:t>she can inspect.</a:t>
            </a:r>
          </a:p>
        </p:txBody>
      </p:sp>
      <p:pic>
        <p:nvPicPr>
          <p:cNvPr id="10" name="">
            <a:extLst xmlns:a="http://schemas.openxmlformats.org/drawingml/2006/main">
              <a:ext uri="{FF2B5EF4-FFF2-40B4-BE49-F238E27FC236}">
                <a16:creationId xmlns:a16="http://schemas.microsoft.com/office/drawing/2014/main" id="{ABE7698E-3ADB-4765-84F8-A65D68057004}"/>
              </a:ext>
            </a:extLst>
          </p:cNvPr>
          <p:cNvPicPr>
            <a:picLocks xmlns:a="http://schemas.openxmlformats.org/drawingml/2006/main" noChangeAspect="1"/>
          </p:cNvPicPr>
          <p:nvPr/>
        </p:nvPicPr>
        <p:blipFill>
          <a:blip xmlns:r="http://schemas.openxmlformats.org/officeDocument/2006/relationships" xmlns:a="http://schemas.openxmlformats.org/drawingml/2006/main" r:embed="Rbebcfa7d5f4845ee"/>
          <a:stretch xmlns:a="http://schemas.openxmlformats.org/drawingml/2006/main"/>
        </p:blipFill>
        <p:spPr>
          <a:xfrm xmlns:a="http://schemas.openxmlformats.org/drawingml/2006/main">
            <a:off x="6619875" y="1847850"/>
            <a:ext cx="4953000" cy="3714750"/>
          </a:xfrm>
          <a:prstGeom xmlns:a="http://schemas.openxmlformats.org/drawingml/2006/main" prst="rect">
            <a:avLst/>
          </a:prstGeom>
        </p:spPr>
      </p:pic>
      <p:sp>
        <p:nvSpPr>
          <p:cNvPr id="11" name="problem-art">
            <a:extLst xmlns:a="http://schemas.openxmlformats.org/drawingml/2006/main">
              <a:ext uri="{FF2B5EF4-FFF2-40B4-BE49-F238E27FC236}">
                <a16:creationId xmlns:a16="http://schemas.microsoft.com/office/drawing/2014/main" id="{8E361C43-CAAC-4BE9-96D0-D289F998FDA0}"/>
              </a:ext>
            </a:extLst>
          </p:cNvPr>
          <p:cNvSpPr>
            <a:spLocks xmlns:a="http://schemas.openxmlformats.org/drawingml/2006/main" noGrp="1"/>
          </p:cNvSpPr>
          <p:nvPr/>
        </p:nvSpPr>
        <p:spPr>
          <a:xfrm xmlns:a="http://schemas.openxmlformats.org/drawingml/2006/main">
            <a:off x="7000875" y="60102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Concept illustration · fictional learner</a:t>
            </a:r>
          </a:p>
        </p:txBody>
      </p:sp>
    </p:spTree>
    <p:extLst>
      <p:ext uri="{BB962C8B-B14F-4D97-AF65-F5344CB8AC3E}">
        <p14:creationId xmlns:p14="http://schemas.microsoft.com/office/powerpoint/2010/main" val="90704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7C6B79A-2B53-4295-BD72-495919043142}"/>
              </a:ext>
            </a:extLst>
          </p:cNvPr>
          <p:cNvPicPr>
            <a:picLocks xmlns:a="http://schemas.openxmlformats.org/drawingml/2006/main" noChangeAspect="1"/>
          </p:cNvPicPr>
          <p:nvPr/>
        </p:nvPicPr>
        <p:blipFill>
          <a:blip xmlns:r="http://schemas.openxmlformats.org/officeDocument/2006/relationships" xmlns:a="http://schemas.openxmlformats.org/drawingml/2006/main" r:embed="R08880c2143c840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E6E68A59-1D83-4555-8849-68ABAE5550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C437A21-0AE7-4DF5-8E93-C1C91554CA9C}"/>
              </a:ext>
            </a:extLst>
          </p:cNvPr>
          <p:cNvPicPr>
            <a:picLocks xmlns:a="http://schemas.openxmlformats.org/drawingml/2006/main" noChangeAspect="1"/>
          </p:cNvPicPr>
          <p:nvPr/>
        </p:nvPicPr>
        <p:blipFill>
          <a:blip xmlns:r="http://schemas.openxmlformats.org/officeDocument/2006/relationships" xmlns:a="http://schemas.openxmlformats.org/drawingml/2006/main" r:embed="R5565fc069862484c"/>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1D2F755-BC14-4305-899B-86D77CB8D625}"/>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One profile across six connected modules</a:t>
            </a:r>
          </a:p>
        </p:txBody>
      </p:sp>
      <p:sp>
        <p:nvSpPr>
          <p:cNvPr id="5" name="folio">
            <a:extLst xmlns:a="http://schemas.openxmlformats.org/drawingml/2006/main">
              <a:ext uri="{FF2B5EF4-FFF2-40B4-BE49-F238E27FC236}">
                <a16:creationId xmlns:a16="http://schemas.microsoft.com/office/drawing/2014/main" id="{789A9D4F-093B-4055-8EF2-AB583F7457F5}"/>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03</a:t>
            </a:r>
          </a:p>
        </p:txBody>
      </p:sp>
      <p:pic>
        <p:nvPicPr>
          <p:cNvPr id="6" name="">
            <a:extLst xmlns:a="http://schemas.openxmlformats.org/drawingml/2006/main">
              <a:ext uri="{FF2B5EF4-FFF2-40B4-BE49-F238E27FC236}">
                <a16:creationId xmlns:a16="http://schemas.microsoft.com/office/drawing/2014/main" id="{853EE1E5-B0AA-45FF-815D-9352B63142EA}"/>
              </a:ext>
            </a:extLst>
          </p:cNvPr>
          <p:cNvPicPr>
            <a:picLocks xmlns:a="http://schemas.openxmlformats.org/drawingml/2006/main" noChangeAspect="1"/>
          </p:cNvPicPr>
          <p:nvPr/>
        </p:nvPicPr>
        <p:blipFill>
          <a:blip xmlns:r="http://schemas.openxmlformats.org/officeDocument/2006/relationships" xmlns:a="http://schemas.openxmlformats.org/drawingml/2006/main" r:embed="Rd2744de965ec4ffd"/>
          <a:stretch xmlns:a="http://schemas.openxmlformats.org/drawingml/2006/main"/>
        </p:blipFill>
        <p:spPr>
          <a:xfrm xmlns:a="http://schemas.openxmlformats.org/drawingml/2006/main">
            <a:off x="2298915" y="1447800"/>
            <a:ext cx="7594169" cy="4667250"/>
          </a:xfrm>
          <a:prstGeom xmlns:a="http://schemas.openxmlformats.org/drawingml/2006/main" prst="rect">
            <a:avLst/>
          </a:prstGeom>
        </p:spPr>
      </p:pic>
      <p:sp>
        <p:nvSpPr>
          <p:cNvPr id="7" name="journey-caption">
            <a:extLst xmlns:a="http://schemas.openxmlformats.org/drawingml/2006/main">
              <a:ext uri="{FF2B5EF4-FFF2-40B4-BE49-F238E27FC236}">
                <a16:creationId xmlns:a16="http://schemas.microsoft.com/office/drawing/2014/main" id="{63849E6A-7231-4619-968A-5A4D1416094F}"/>
              </a:ext>
            </a:extLst>
          </p:cNvPr>
          <p:cNvSpPr>
            <a:spLocks xmlns:a="http://schemas.openxmlformats.org/drawingml/2006/main" noGrp="1"/>
          </p:cNvSpPr>
          <p:nvPr/>
        </p:nvSpPr>
        <p:spPr>
          <a:xfrm xmlns:a="http://schemas.openxmlformats.org/drawingml/2006/main">
            <a:off x="685800" y="62007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3F8B"/>
                </a:solidFill>
                <a:latin typeface="Segoe UI"/>
                <a:ea typeface="Segoe UI"/>
                <a:cs typeface="Segoe UI"/>
              </a:defRPr>
            </a:defPPr>
            <a:lvl1pPr algn="l">
              <a:defRPr sz="1650" b="1">
                <a:solidFill>
                  <a:srgbClr val="153F8B"/>
                </a:solidFill>
                <a:latin typeface="Segoe UI"/>
                <a:ea typeface="Segoe UI"/>
                <a:cs typeface="Segoe UI"/>
              </a:defRPr>
            </a:lvl1pPr>
            <a:lvl2pPr algn="l">
              <a:defRPr sz="1650" b="1">
                <a:solidFill>
                  <a:srgbClr val="153F8B"/>
                </a:solidFill>
                <a:latin typeface="Segoe UI"/>
                <a:ea typeface="Segoe UI"/>
                <a:cs typeface="Segoe UI"/>
              </a:defRPr>
            </a:lvl2pPr>
            <a:lvl3pPr algn="l">
              <a:defRPr sz="1650" b="1">
                <a:solidFill>
                  <a:srgbClr val="153F8B"/>
                </a:solidFill>
                <a:latin typeface="Segoe UI"/>
                <a:ea typeface="Segoe UI"/>
                <a:cs typeface="Segoe UI"/>
              </a:defRPr>
            </a:lvl3pPr>
            <a:lvl4pPr algn="l">
              <a:defRPr sz="1650" b="1">
                <a:solidFill>
                  <a:srgbClr val="153F8B"/>
                </a:solidFill>
                <a:latin typeface="Segoe UI"/>
                <a:ea typeface="Segoe UI"/>
                <a:cs typeface="Segoe UI"/>
              </a:defRPr>
            </a:lvl4pPr>
            <a:lvl5pPr algn="l">
              <a:defRPr sz="1650" b="1">
                <a:solidFill>
                  <a:srgbClr val="153F8B"/>
                </a:solidFill>
                <a:latin typeface="Segoe UI"/>
                <a:ea typeface="Segoe UI"/>
                <a:cs typeface="Segoe UI"/>
              </a:defRPr>
            </a:lvl5pPr>
            <a:lvl6pPr algn="l">
              <a:defRPr sz="1650" b="1">
                <a:solidFill>
                  <a:srgbClr val="153F8B"/>
                </a:solidFill>
                <a:latin typeface="Segoe UI"/>
                <a:ea typeface="Segoe UI"/>
                <a:cs typeface="Segoe UI"/>
              </a:defRPr>
            </a:lvl6pPr>
            <a:lvl7pPr algn="l">
              <a:defRPr sz="1650" b="1">
                <a:solidFill>
                  <a:srgbClr val="153F8B"/>
                </a:solidFill>
                <a:latin typeface="Segoe UI"/>
                <a:ea typeface="Segoe UI"/>
                <a:cs typeface="Segoe UI"/>
              </a:defRPr>
            </a:lvl7pPr>
            <a:lvl8pPr algn="l">
              <a:defRPr sz="1650" b="1">
                <a:solidFill>
                  <a:srgbClr val="153F8B"/>
                </a:solidFill>
                <a:latin typeface="Segoe UI"/>
                <a:ea typeface="Segoe UI"/>
                <a:cs typeface="Segoe UI"/>
              </a:defRPr>
            </a:lvl8pPr>
            <a:lvl9pPr algn="l">
              <a:defRPr sz="1650" b="1">
                <a:solidFill>
                  <a:srgbClr val="153F8B"/>
                </a:solidFill>
                <a:latin typeface="Segoe UI"/>
                <a:ea typeface="Segoe UI"/>
                <a:cs typeface="Segoe UI"/>
              </a:defRPr>
            </a:lvl9pPr>
          </a:lstStyle>
          <a:p xmlns:a="http://schemas.openxmlformats.org/drawingml/2006/main">
            <a:pPr algn="l">
              <a:defRPr sz="1650" b="1">
                <a:solidFill>
                  <a:srgbClr val="153F8B"/>
                </a:solidFill>
                <a:latin typeface="Segoe UI"/>
                <a:ea typeface="Segoe UI"/>
                <a:cs typeface="Segoe UI"/>
              </a:defRPr>
            </a:pPr>
            <a:r>
              <a:rPr sz="1650" b="1">
                <a:solidFill>
                  <a:srgbClr val="153F8B"/>
                </a:solidFill>
                <a:latin typeface="Segoe UI"/>
                <a:ea typeface="Segoe UI"/>
                <a:cs typeface="Segoe UI"/>
              </a:rPr>
              <a:t>Reviewed skills   Dated signals   Role coverage   Learning   SDGs   Scenarios</a:t>
            </a:r>
          </a:p>
        </p:txBody>
      </p:sp>
    </p:spTree>
    <p:extLst>
      <p:ext uri="{BB962C8B-B14F-4D97-AF65-F5344CB8AC3E}">
        <p14:creationId xmlns:p14="http://schemas.microsoft.com/office/powerpoint/2010/main" val="20008927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444380A-1464-4024-84B7-627480E4F181}"/>
              </a:ext>
            </a:extLst>
          </p:cNvPr>
          <p:cNvPicPr>
            <a:picLocks xmlns:a="http://schemas.openxmlformats.org/drawingml/2006/main" noChangeAspect="1"/>
          </p:cNvPicPr>
          <p:nvPr/>
        </p:nvPicPr>
        <p:blipFill>
          <a:blip xmlns:r="http://schemas.openxmlformats.org/officeDocument/2006/relationships" xmlns:a="http://schemas.openxmlformats.org/drawingml/2006/main" r:embed="R67c577c3d8144a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5AB65428-B8C8-496E-B827-4F9E1C1B61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E895C18-9530-4333-AC2D-80338B93DC1C}"/>
              </a:ext>
            </a:extLst>
          </p:cNvPr>
          <p:cNvPicPr>
            <a:picLocks xmlns:a="http://schemas.openxmlformats.org/drawingml/2006/main" noChangeAspect="1"/>
          </p:cNvPicPr>
          <p:nvPr/>
        </p:nvPicPr>
        <p:blipFill>
          <a:blip xmlns:r="http://schemas.openxmlformats.org/officeDocument/2006/relationships" xmlns:a="http://schemas.openxmlformats.org/drawingml/2006/main" r:embed="R2c321b43ef894c76"/>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C1299F08-0FC9-4913-B98C-11305323B48B}"/>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Reviewed intake and a 3D profile</a:t>
            </a:r>
          </a:p>
        </p:txBody>
      </p:sp>
      <p:sp>
        <p:nvSpPr>
          <p:cNvPr id="5" name="folio">
            <a:extLst xmlns:a="http://schemas.openxmlformats.org/drawingml/2006/main">
              <a:ext uri="{FF2B5EF4-FFF2-40B4-BE49-F238E27FC236}">
                <a16:creationId xmlns:a16="http://schemas.microsoft.com/office/drawing/2014/main" id="{B9E906E7-F82E-4D25-A625-3000138C1BF6}"/>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04</a:t>
            </a:r>
          </a:p>
        </p:txBody>
      </p:sp>
      <p:pic>
        <p:nvPicPr>
          <p:cNvPr id="6" name="">
            <a:extLst xmlns:a="http://schemas.openxmlformats.org/drawingml/2006/main">
              <a:ext uri="{FF2B5EF4-FFF2-40B4-BE49-F238E27FC236}">
                <a16:creationId xmlns:a16="http://schemas.microsoft.com/office/drawing/2014/main" id="{3E354602-3AC7-4D2B-8ADD-88E7085F8854}"/>
              </a:ext>
            </a:extLst>
          </p:cNvPr>
          <p:cNvPicPr>
            <a:picLocks xmlns:a="http://schemas.openxmlformats.org/drawingml/2006/main" noChangeAspect="1"/>
          </p:cNvPicPr>
          <p:nvPr/>
        </p:nvPicPr>
        <p:blipFill>
          <a:blip xmlns:r="http://schemas.openxmlformats.org/officeDocument/2006/relationships" xmlns:a="http://schemas.openxmlformats.org/drawingml/2006/main" r:embed="R21c7ba5d29d54fee"/>
          <a:stretch xmlns:a="http://schemas.openxmlformats.org/drawingml/2006/main"/>
        </p:blipFill>
        <p:spPr>
          <a:xfrm xmlns:a="http://schemas.openxmlformats.org/drawingml/2006/main">
            <a:off x="1280257" y="1457325"/>
            <a:ext cx="6516810" cy="4667250"/>
          </a:xfrm>
          <a:prstGeom xmlns:a="http://schemas.openxmlformats.org/drawingml/2006/main" prst="rect">
            <a:avLst/>
          </a:prstGeom>
        </p:spPr>
      </p:pic>
      <p:sp>
        <p:nvSpPr>
          <p:cNvPr id="7" name="intake-local-head">
            <a:extLst xmlns:a="http://schemas.openxmlformats.org/drawingml/2006/main">
              <a:ext uri="{FF2B5EF4-FFF2-40B4-BE49-F238E27FC236}">
                <a16:creationId xmlns:a16="http://schemas.microsoft.com/office/drawing/2014/main" id="{02BF762F-6A6F-4794-B549-D1E12316D0DA}"/>
              </a:ext>
            </a:extLst>
          </p:cNvPr>
          <p:cNvSpPr>
            <a:spLocks xmlns:a="http://schemas.openxmlformats.org/drawingml/2006/main" noGrp="1"/>
          </p:cNvSpPr>
          <p:nvPr/>
        </p:nvSpPr>
        <p:spPr>
          <a:xfrm xmlns:a="http://schemas.openxmlformats.org/drawingml/2006/main">
            <a:off x="8953500" y="176212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3F8B"/>
                </a:solidFill>
                <a:latin typeface="Segoe UI"/>
                <a:ea typeface="Segoe UI"/>
                <a:cs typeface="Segoe UI"/>
              </a:defRPr>
            </a:defPPr>
            <a:lvl1pPr algn="l">
              <a:defRPr sz="2100" b="1">
                <a:solidFill>
                  <a:srgbClr val="153F8B"/>
                </a:solidFill>
                <a:latin typeface="Segoe UI"/>
                <a:ea typeface="Segoe UI"/>
                <a:cs typeface="Segoe UI"/>
              </a:defRPr>
            </a:lvl1pPr>
            <a:lvl2pPr algn="l">
              <a:defRPr sz="2100" b="1">
                <a:solidFill>
                  <a:srgbClr val="153F8B"/>
                </a:solidFill>
                <a:latin typeface="Segoe UI"/>
                <a:ea typeface="Segoe UI"/>
                <a:cs typeface="Segoe UI"/>
              </a:defRPr>
            </a:lvl2pPr>
            <a:lvl3pPr algn="l">
              <a:defRPr sz="2100" b="1">
                <a:solidFill>
                  <a:srgbClr val="153F8B"/>
                </a:solidFill>
                <a:latin typeface="Segoe UI"/>
                <a:ea typeface="Segoe UI"/>
                <a:cs typeface="Segoe UI"/>
              </a:defRPr>
            </a:lvl3pPr>
            <a:lvl4pPr algn="l">
              <a:defRPr sz="2100" b="1">
                <a:solidFill>
                  <a:srgbClr val="153F8B"/>
                </a:solidFill>
                <a:latin typeface="Segoe UI"/>
                <a:ea typeface="Segoe UI"/>
                <a:cs typeface="Segoe UI"/>
              </a:defRPr>
            </a:lvl4pPr>
            <a:lvl5pPr algn="l">
              <a:defRPr sz="2100" b="1">
                <a:solidFill>
                  <a:srgbClr val="153F8B"/>
                </a:solidFill>
                <a:latin typeface="Segoe UI"/>
                <a:ea typeface="Segoe UI"/>
                <a:cs typeface="Segoe UI"/>
              </a:defRPr>
            </a:lvl5pPr>
            <a:lvl6pPr algn="l">
              <a:defRPr sz="2100" b="1">
                <a:solidFill>
                  <a:srgbClr val="153F8B"/>
                </a:solidFill>
                <a:latin typeface="Segoe UI"/>
                <a:ea typeface="Segoe UI"/>
                <a:cs typeface="Segoe UI"/>
              </a:defRPr>
            </a:lvl6pPr>
            <a:lvl7pPr algn="l">
              <a:defRPr sz="2100" b="1">
                <a:solidFill>
                  <a:srgbClr val="153F8B"/>
                </a:solidFill>
                <a:latin typeface="Segoe UI"/>
                <a:ea typeface="Segoe UI"/>
                <a:cs typeface="Segoe UI"/>
              </a:defRPr>
            </a:lvl7pPr>
            <a:lvl8pPr algn="l">
              <a:defRPr sz="2100" b="1">
                <a:solidFill>
                  <a:srgbClr val="153F8B"/>
                </a:solidFill>
                <a:latin typeface="Segoe UI"/>
                <a:ea typeface="Segoe UI"/>
                <a:cs typeface="Segoe UI"/>
              </a:defRPr>
            </a:lvl8pPr>
            <a:lvl9pPr algn="l">
              <a:defRPr sz="2100" b="1">
                <a:solidFill>
                  <a:srgbClr val="153F8B"/>
                </a:solidFill>
                <a:latin typeface="Segoe UI"/>
                <a:ea typeface="Segoe UI"/>
                <a:cs typeface="Segoe UI"/>
              </a:defRPr>
            </a:lvl9pPr>
          </a:lstStyle>
          <a:p xmlns:a="http://schemas.openxmlformats.org/drawingml/2006/main">
            <a:pPr algn="l">
              <a:defRPr sz="2100" b="1">
                <a:solidFill>
                  <a:srgbClr val="153F8B"/>
                </a:solidFill>
                <a:latin typeface="Segoe UI"/>
                <a:ea typeface="Segoe UI"/>
                <a:cs typeface="Segoe UI"/>
              </a:defRPr>
            </a:pPr>
            <a:r>
              <a:rPr sz="2100" b="1">
                <a:solidFill>
                  <a:srgbClr val="153F8B"/>
                </a:solidFill>
                <a:latin typeface="Segoe UI"/>
                <a:ea typeface="Segoe UI"/>
                <a:cs typeface="Segoe UI"/>
              </a:rPr>
              <a:t>Local parsing</a:t>
            </a:r>
          </a:p>
        </p:txBody>
      </p:sp>
      <p:sp>
        <p:nvSpPr>
          <p:cNvPr id="8" name="intake-local-body">
            <a:extLst xmlns:a="http://schemas.openxmlformats.org/drawingml/2006/main">
              <a:ext uri="{FF2B5EF4-FFF2-40B4-BE49-F238E27FC236}">
                <a16:creationId xmlns:a16="http://schemas.microsoft.com/office/drawing/2014/main" id="{C815B49C-2B9D-464F-B831-F366C5B7E065}"/>
              </a:ext>
            </a:extLst>
          </p:cNvPr>
          <p:cNvSpPr>
            <a:spLocks xmlns:a="http://schemas.openxmlformats.org/drawingml/2006/main" noGrp="1"/>
          </p:cNvSpPr>
          <p:nvPr/>
        </p:nvSpPr>
        <p:spPr>
          <a:xfrm xmlns:a="http://schemas.openxmlformats.org/drawingml/2006/main">
            <a:off x="8953500" y="231457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F62"/>
                </a:solidFill>
                <a:latin typeface="Segoe UI"/>
                <a:ea typeface="Segoe UI"/>
                <a:cs typeface="Segoe UI"/>
              </a:defRPr>
            </a:defPPr>
            <a:lvl1pPr algn="l">
              <a:defRPr sz="1875" b="0">
                <a:solidFill>
                  <a:srgbClr val="334F62"/>
                </a:solidFill>
                <a:latin typeface="Segoe UI"/>
                <a:ea typeface="Segoe UI"/>
                <a:cs typeface="Segoe UI"/>
              </a:defRPr>
            </a:lvl1pPr>
            <a:lvl2pPr algn="l">
              <a:defRPr sz="1875" b="0">
                <a:solidFill>
                  <a:srgbClr val="334F62"/>
                </a:solidFill>
                <a:latin typeface="Segoe UI"/>
                <a:ea typeface="Segoe UI"/>
                <a:cs typeface="Segoe UI"/>
              </a:defRPr>
            </a:lvl2pPr>
            <a:lvl3pPr algn="l">
              <a:defRPr sz="1875" b="0">
                <a:solidFill>
                  <a:srgbClr val="334F62"/>
                </a:solidFill>
                <a:latin typeface="Segoe UI"/>
                <a:ea typeface="Segoe UI"/>
                <a:cs typeface="Segoe UI"/>
              </a:defRPr>
            </a:lvl3pPr>
            <a:lvl4pPr algn="l">
              <a:defRPr sz="1875" b="0">
                <a:solidFill>
                  <a:srgbClr val="334F62"/>
                </a:solidFill>
                <a:latin typeface="Segoe UI"/>
                <a:ea typeface="Segoe UI"/>
                <a:cs typeface="Segoe UI"/>
              </a:defRPr>
            </a:lvl4pPr>
            <a:lvl5pPr algn="l">
              <a:defRPr sz="1875" b="0">
                <a:solidFill>
                  <a:srgbClr val="334F62"/>
                </a:solidFill>
                <a:latin typeface="Segoe UI"/>
                <a:ea typeface="Segoe UI"/>
                <a:cs typeface="Segoe UI"/>
              </a:defRPr>
            </a:lvl5pPr>
            <a:lvl6pPr algn="l">
              <a:defRPr sz="1875" b="0">
                <a:solidFill>
                  <a:srgbClr val="334F62"/>
                </a:solidFill>
                <a:latin typeface="Segoe UI"/>
                <a:ea typeface="Segoe UI"/>
                <a:cs typeface="Segoe UI"/>
              </a:defRPr>
            </a:lvl6pPr>
            <a:lvl7pPr algn="l">
              <a:defRPr sz="1875" b="0">
                <a:solidFill>
                  <a:srgbClr val="334F62"/>
                </a:solidFill>
                <a:latin typeface="Segoe UI"/>
                <a:ea typeface="Segoe UI"/>
                <a:cs typeface="Segoe UI"/>
              </a:defRPr>
            </a:lvl7pPr>
            <a:lvl8pPr algn="l">
              <a:defRPr sz="1875" b="0">
                <a:solidFill>
                  <a:srgbClr val="334F62"/>
                </a:solidFill>
                <a:latin typeface="Segoe UI"/>
                <a:ea typeface="Segoe UI"/>
                <a:cs typeface="Segoe UI"/>
              </a:defRPr>
            </a:lvl8pPr>
            <a:lvl9pPr algn="l">
              <a:defRPr sz="1875" b="0">
                <a:solidFill>
                  <a:srgbClr val="334F62"/>
                </a:solidFill>
                <a:latin typeface="Segoe UI"/>
                <a:ea typeface="Segoe UI"/>
                <a:cs typeface="Segoe UI"/>
              </a:defRPr>
            </a:lvl9pPr>
          </a:lstStyle>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Synthetic PDF, DOCX or TXT</a:t>
            </a:r>
          </a:p>
        </p:txBody>
      </p:sp>
      <p:sp>
        <p:nvSpPr>
          <p:cNvPr id="9" name="intake-review-head">
            <a:extLst xmlns:a="http://schemas.openxmlformats.org/drawingml/2006/main">
              <a:ext uri="{FF2B5EF4-FFF2-40B4-BE49-F238E27FC236}">
                <a16:creationId xmlns:a16="http://schemas.microsoft.com/office/drawing/2014/main" id="{9CE3CBC8-B064-4F63-8F49-D1152E494E08}"/>
              </a:ext>
            </a:extLst>
          </p:cNvPr>
          <p:cNvSpPr>
            <a:spLocks xmlns:a="http://schemas.openxmlformats.org/drawingml/2006/main" noGrp="1"/>
          </p:cNvSpPr>
          <p:nvPr/>
        </p:nvSpPr>
        <p:spPr>
          <a:xfrm xmlns:a="http://schemas.openxmlformats.org/drawingml/2006/main">
            <a:off x="8953500" y="32385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3F8B"/>
                </a:solidFill>
                <a:latin typeface="Segoe UI"/>
                <a:ea typeface="Segoe UI"/>
                <a:cs typeface="Segoe UI"/>
              </a:defRPr>
            </a:defPPr>
            <a:lvl1pPr algn="l">
              <a:defRPr sz="2100" b="1">
                <a:solidFill>
                  <a:srgbClr val="153F8B"/>
                </a:solidFill>
                <a:latin typeface="Segoe UI"/>
                <a:ea typeface="Segoe UI"/>
                <a:cs typeface="Segoe UI"/>
              </a:defRPr>
            </a:lvl1pPr>
            <a:lvl2pPr algn="l">
              <a:defRPr sz="2100" b="1">
                <a:solidFill>
                  <a:srgbClr val="153F8B"/>
                </a:solidFill>
                <a:latin typeface="Segoe UI"/>
                <a:ea typeface="Segoe UI"/>
                <a:cs typeface="Segoe UI"/>
              </a:defRPr>
            </a:lvl2pPr>
            <a:lvl3pPr algn="l">
              <a:defRPr sz="2100" b="1">
                <a:solidFill>
                  <a:srgbClr val="153F8B"/>
                </a:solidFill>
                <a:latin typeface="Segoe UI"/>
                <a:ea typeface="Segoe UI"/>
                <a:cs typeface="Segoe UI"/>
              </a:defRPr>
            </a:lvl3pPr>
            <a:lvl4pPr algn="l">
              <a:defRPr sz="2100" b="1">
                <a:solidFill>
                  <a:srgbClr val="153F8B"/>
                </a:solidFill>
                <a:latin typeface="Segoe UI"/>
                <a:ea typeface="Segoe UI"/>
                <a:cs typeface="Segoe UI"/>
              </a:defRPr>
            </a:lvl4pPr>
            <a:lvl5pPr algn="l">
              <a:defRPr sz="2100" b="1">
                <a:solidFill>
                  <a:srgbClr val="153F8B"/>
                </a:solidFill>
                <a:latin typeface="Segoe UI"/>
                <a:ea typeface="Segoe UI"/>
                <a:cs typeface="Segoe UI"/>
              </a:defRPr>
            </a:lvl5pPr>
            <a:lvl6pPr algn="l">
              <a:defRPr sz="2100" b="1">
                <a:solidFill>
                  <a:srgbClr val="153F8B"/>
                </a:solidFill>
                <a:latin typeface="Segoe UI"/>
                <a:ea typeface="Segoe UI"/>
                <a:cs typeface="Segoe UI"/>
              </a:defRPr>
            </a:lvl6pPr>
            <a:lvl7pPr algn="l">
              <a:defRPr sz="2100" b="1">
                <a:solidFill>
                  <a:srgbClr val="153F8B"/>
                </a:solidFill>
                <a:latin typeface="Segoe UI"/>
                <a:ea typeface="Segoe UI"/>
                <a:cs typeface="Segoe UI"/>
              </a:defRPr>
            </a:lvl7pPr>
            <a:lvl8pPr algn="l">
              <a:defRPr sz="2100" b="1">
                <a:solidFill>
                  <a:srgbClr val="153F8B"/>
                </a:solidFill>
                <a:latin typeface="Segoe UI"/>
                <a:ea typeface="Segoe UI"/>
                <a:cs typeface="Segoe UI"/>
              </a:defRPr>
            </a:lvl8pPr>
            <a:lvl9pPr algn="l">
              <a:defRPr sz="2100" b="1">
                <a:solidFill>
                  <a:srgbClr val="153F8B"/>
                </a:solidFill>
                <a:latin typeface="Segoe UI"/>
                <a:ea typeface="Segoe UI"/>
                <a:cs typeface="Segoe UI"/>
              </a:defRPr>
            </a:lvl9pPr>
          </a:lstStyle>
          <a:p xmlns:a="http://schemas.openxmlformats.org/drawingml/2006/main">
            <a:pPr algn="l">
              <a:defRPr sz="2100" b="1">
                <a:solidFill>
                  <a:srgbClr val="153F8B"/>
                </a:solidFill>
                <a:latin typeface="Segoe UI"/>
                <a:ea typeface="Segoe UI"/>
                <a:cs typeface="Segoe UI"/>
              </a:defRPr>
            </a:pPr>
            <a:r>
              <a:rPr sz="2100" b="1">
                <a:solidFill>
                  <a:srgbClr val="153F8B"/>
                </a:solidFill>
                <a:latin typeface="Segoe UI"/>
                <a:ea typeface="Segoe UI"/>
                <a:cs typeface="Segoe UI"/>
              </a:rPr>
              <a:t>Original evidence</a:t>
            </a:r>
          </a:p>
        </p:txBody>
      </p:sp>
      <p:sp>
        <p:nvSpPr>
          <p:cNvPr id="10" name="intake-review-body">
            <a:extLst xmlns:a="http://schemas.openxmlformats.org/drawingml/2006/main">
              <a:ext uri="{FF2B5EF4-FFF2-40B4-BE49-F238E27FC236}">
                <a16:creationId xmlns:a16="http://schemas.microsoft.com/office/drawing/2014/main" id="{6DFDAFA0-6BCC-4F44-8EE1-757653F24A7F}"/>
              </a:ext>
            </a:extLst>
          </p:cNvPr>
          <p:cNvSpPr>
            <a:spLocks xmlns:a="http://schemas.openxmlformats.org/drawingml/2006/main" noGrp="1"/>
          </p:cNvSpPr>
          <p:nvPr/>
        </p:nvSpPr>
        <p:spPr>
          <a:xfrm xmlns:a="http://schemas.openxmlformats.org/drawingml/2006/main">
            <a:off x="8953500" y="3790950"/>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F62"/>
                </a:solidFill>
                <a:latin typeface="Segoe UI"/>
                <a:ea typeface="Segoe UI"/>
                <a:cs typeface="Segoe UI"/>
              </a:defRPr>
            </a:defPPr>
            <a:lvl1pPr algn="l">
              <a:defRPr sz="1875" b="0">
                <a:solidFill>
                  <a:srgbClr val="334F62"/>
                </a:solidFill>
                <a:latin typeface="Segoe UI"/>
                <a:ea typeface="Segoe UI"/>
                <a:cs typeface="Segoe UI"/>
              </a:defRPr>
            </a:lvl1pPr>
            <a:lvl2pPr algn="l">
              <a:defRPr sz="1875" b="0">
                <a:solidFill>
                  <a:srgbClr val="334F62"/>
                </a:solidFill>
                <a:latin typeface="Segoe UI"/>
                <a:ea typeface="Segoe UI"/>
                <a:cs typeface="Segoe UI"/>
              </a:defRPr>
            </a:lvl2pPr>
            <a:lvl3pPr algn="l">
              <a:defRPr sz="1875" b="0">
                <a:solidFill>
                  <a:srgbClr val="334F62"/>
                </a:solidFill>
                <a:latin typeface="Segoe UI"/>
                <a:ea typeface="Segoe UI"/>
                <a:cs typeface="Segoe UI"/>
              </a:defRPr>
            </a:lvl3pPr>
            <a:lvl4pPr algn="l">
              <a:defRPr sz="1875" b="0">
                <a:solidFill>
                  <a:srgbClr val="334F62"/>
                </a:solidFill>
                <a:latin typeface="Segoe UI"/>
                <a:ea typeface="Segoe UI"/>
                <a:cs typeface="Segoe UI"/>
              </a:defRPr>
            </a:lvl4pPr>
            <a:lvl5pPr algn="l">
              <a:defRPr sz="1875" b="0">
                <a:solidFill>
                  <a:srgbClr val="334F62"/>
                </a:solidFill>
                <a:latin typeface="Segoe UI"/>
                <a:ea typeface="Segoe UI"/>
                <a:cs typeface="Segoe UI"/>
              </a:defRPr>
            </a:lvl5pPr>
            <a:lvl6pPr algn="l">
              <a:defRPr sz="1875" b="0">
                <a:solidFill>
                  <a:srgbClr val="334F62"/>
                </a:solidFill>
                <a:latin typeface="Segoe UI"/>
                <a:ea typeface="Segoe UI"/>
                <a:cs typeface="Segoe UI"/>
              </a:defRPr>
            </a:lvl6pPr>
            <a:lvl7pPr algn="l">
              <a:defRPr sz="1875" b="0">
                <a:solidFill>
                  <a:srgbClr val="334F62"/>
                </a:solidFill>
                <a:latin typeface="Segoe UI"/>
                <a:ea typeface="Segoe UI"/>
                <a:cs typeface="Segoe UI"/>
              </a:defRPr>
            </a:lvl7pPr>
            <a:lvl8pPr algn="l">
              <a:defRPr sz="1875" b="0">
                <a:solidFill>
                  <a:srgbClr val="334F62"/>
                </a:solidFill>
                <a:latin typeface="Segoe UI"/>
                <a:ea typeface="Segoe UI"/>
                <a:cs typeface="Segoe UI"/>
              </a:defRPr>
            </a:lvl8pPr>
            <a:lvl9pPr algn="l">
              <a:defRPr sz="1875" b="0">
                <a:solidFill>
                  <a:srgbClr val="334F62"/>
                </a:solidFill>
                <a:latin typeface="Segoe UI"/>
                <a:ea typeface="Segoe UI"/>
                <a:cs typeface="Segoe UI"/>
              </a:defRPr>
            </a:lvl9pPr>
          </a:lstStyle>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Excerpts remain visible</a:t>
            </a:r>
          </a:p>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for human review</a:t>
            </a:r>
          </a:p>
        </p:txBody>
      </p:sp>
      <p:sp>
        <p:nvSpPr>
          <p:cNvPr id="11" name="intake-limit">
            <a:extLst xmlns:a="http://schemas.openxmlformats.org/drawingml/2006/main">
              <a:ext uri="{FF2B5EF4-FFF2-40B4-BE49-F238E27FC236}">
                <a16:creationId xmlns:a16="http://schemas.microsoft.com/office/drawing/2014/main" id="{83F0B8F8-F095-4BD8-A441-0F42FB037183}"/>
              </a:ext>
            </a:extLst>
          </p:cNvPr>
          <p:cNvSpPr>
            <a:spLocks xmlns:a="http://schemas.openxmlformats.org/drawingml/2006/main" noGrp="1"/>
          </p:cNvSpPr>
          <p:nvPr/>
        </p:nvSpPr>
        <p:spPr>
          <a:xfrm xmlns:a="http://schemas.openxmlformats.org/drawingml/2006/main">
            <a:off x="685800" y="62198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F62"/>
                </a:solidFill>
                <a:latin typeface="Segoe UI"/>
                <a:ea typeface="Segoe UI"/>
                <a:cs typeface="Segoe UI"/>
              </a:defRPr>
            </a:defPPr>
            <a:lvl1pPr algn="l">
              <a:defRPr sz="1575" b="0">
                <a:solidFill>
                  <a:srgbClr val="334F62"/>
                </a:solidFill>
                <a:latin typeface="Segoe UI"/>
                <a:ea typeface="Segoe UI"/>
                <a:cs typeface="Segoe UI"/>
              </a:defRPr>
            </a:lvl1pPr>
            <a:lvl2pPr algn="l">
              <a:defRPr sz="1575" b="0">
                <a:solidFill>
                  <a:srgbClr val="334F62"/>
                </a:solidFill>
                <a:latin typeface="Segoe UI"/>
                <a:ea typeface="Segoe UI"/>
                <a:cs typeface="Segoe UI"/>
              </a:defRPr>
            </a:lvl2pPr>
            <a:lvl3pPr algn="l">
              <a:defRPr sz="1575" b="0">
                <a:solidFill>
                  <a:srgbClr val="334F62"/>
                </a:solidFill>
                <a:latin typeface="Segoe UI"/>
                <a:ea typeface="Segoe UI"/>
                <a:cs typeface="Segoe UI"/>
              </a:defRPr>
            </a:lvl3pPr>
            <a:lvl4pPr algn="l">
              <a:defRPr sz="1575" b="0">
                <a:solidFill>
                  <a:srgbClr val="334F62"/>
                </a:solidFill>
                <a:latin typeface="Segoe UI"/>
                <a:ea typeface="Segoe UI"/>
                <a:cs typeface="Segoe UI"/>
              </a:defRPr>
            </a:lvl4pPr>
            <a:lvl5pPr algn="l">
              <a:defRPr sz="1575" b="0">
                <a:solidFill>
                  <a:srgbClr val="334F62"/>
                </a:solidFill>
                <a:latin typeface="Segoe UI"/>
                <a:ea typeface="Segoe UI"/>
                <a:cs typeface="Segoe UI"/>
              </a:defRPr>
            </a:lvl5pPr>
            <a:lvl6pPr algn="l">
              <a:defRPr sz="1575" b="0">
                <a:solidFill>
                  <a:srgbClr val="334F62"/>
                </a:solidFill>
                <a:latin typeface="Segoe UI"/>
                <a:ea typeface="Segoe UI"/>
                <a:cs typeface="Segoe UI"/>
              </a:defRPr>
            </a:lvl6pPr>
            <a:lvl7pPr algn="l">
              <a:defRPr sz="1575" b="0">
                <a:solidFill>
                  <a:srgbClr val="334F62"/>
                </a:solidFill>
                <a:latin typeface="Segoe UI"/>
                <a:ea typeface="Segoe UI"/>
                <a:cs typeface="Segoe UI"/>
              </a:defRPr>
            </a:lvl7pPr>
            <a:lvl8pPr algn="l">
              <a:defRPr sz="1575" b="0">
                <a:solidFill>
                  <a:srgbClr val="334F62"/>
                </a:solidFill>
                <a:latin typeface="Segoe UI"/>
                <a:ea typeface="Segoe UI"/>
                <a:cs typeface="Segoe UI"/>
              </a:defRPr>
            </a:lvl8pPr>
            <a:lvl9pPr algn="l">
              <a:defRPr sz="1575" b="0">
                <a:solidFill>
                  <a:srgbClr val="334F62"/>
                </a:solidFill>
                <a:latin typeface="Segoe UI"/>
                <a:ea typeface="Segoe UI"/>
                <a:cs typeface="Segoe UI"/>
              </a:defRPr>
            </a:lvl9pPr>
          </a:lstStyle>
          <a:p xmlns:a="http://schemas.openxmlformats.org/drawingml/2006/main">
            <a:pPr algn="l">
              <a:defRPr sz="1575" b="0">
                <a:solidFill>
                  <a:srgbClr val="334F62"/>
                </a:solidFill>
                <a:latin typeface="Segoe UI"/>
                <a:ea typeface="Segoe UI"/>
                <a:cs typeface="Segoe UI"/>
              </a:defRPr>
            </a:pPr>
            <a:r>
              <a:rPr sz="1575" b="0">
                <a:solidFill>
                  <a:srgbClr val="334F62"/>
                </a:solidFill>
                <a:latin typeface="Segoe UI"/>
                <a:ea typeface="Segoe UI"/>
                <a:cs typeface="Segoe UI"/>
              </a:rPr>
              <a:t>The user chooses skill levels.</a:t>
            </a:r>
          </a:p>
          <a:p xmlns:a="http://schemas.openxmlformats.org/drawingml/2006/main">
            <a:pPr algn="l">
              <a:defRPr sz="1575" b="0">
                <a:solidFill>
                  <a:srgbClr val="334F62"/>
                </a:solidFill>
                <a:latin typeface="Segoe UI"/>
                <a:ea typeface="Segoe UI"/>
                <a:cs typeface="Segoe UI"/>
              </a:defRPr>
            </a:pPr>
            <a:r>
              <a:rPr sz="1575" b="0">
                <a:solidFill>
                  <a:srgbClr val="334F62"/>
                </a:solidFill>
                <a:latin typeface="Segoe UI"/>
                <a:ea typeface="Segoe UI"/>
                <a:cs typeface="Segoe UI"/>
              </a:rPr>
              <a:t>A mention cannot prove proficiency.</a:t>
            </a:r>
          </a:p>
        </p:txBody>
      </p:sp>
    </p:spTree>
    <p:extLst>
      <p:ext uri="{BB962C8B-B14F-4D97-AF65-F5344CB8AC3E}">
        <p14:creationId xmlns:p14="http://schemas.microsoft.com/office/powerpoint/2010/main" val="286374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DB5ED59-F82C-4F17-B6AE-597E7E3B9F82}"/>
              </a:ext>
            </a:extLst>
          </p:cNvPr>
          <p:cNvPicPr>
            <a:picLocks xmlns:a="http://schemas.openxmlformats.org/drawingml/2006/main" noChangeAspect="1"/>
          </p:cNvPicPr>
          <p:nvPr/>
        </p:nvPicPr>
        <p:blipFill>
          <a:blip xmlns:r="http://schemas.openxmlformats.org/officeDocument/2006/relationships" xmlns:a="http://schemas.openxmlformats.org/drawingml/2006/main" r:embed="R92d5fc0ecab24a1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0F397963-4A59-44AF-A8A7-EF1CCC98DE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FCB2022-2131-4336-824B-C40C3C155828}"/>
              </a:ext>
            </a:extLst>
          </p:cNvPr>
          <p:cNvPicPr>
            <a:picLocks xmlns:a="http://schemas.openxmlformats.org/drawingml/2006/main" noChangeAspect="1"/>
          </p:cNvPicPr>
          <p:nvPr/>
        </p:nvPicPr>
        <p:blipFill>
          <a:blip xmlns:r="http://schemas.openxmlformats.org/officeDocument/2006/relationships" xmlns:a="http://schemas.openxmlformats.org/drawingml/2006/main" r:embed="R1f8aefdf1b8f4867"/>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45D6CB77-F255-4433-8323-8CAD4330B2F7}"/>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Dated signals feed the rubric</a:t>
            </a:r>
          </a:p>
        </p:txBody>
      </p:sp>
      <p:sp>
        <p:nvSpPr>
          <p:cNvPr id="5" name="folio">
            <a:extLst xmlns:a="http://schemas.openxmlformats.org/drawingml/2006/main">
              <a:ext uri="{FF2B5EF4-FFF2-40B4-BE49-F238E27FC236}">
                <a16:creationId xmlns:a16="http://schemas.microsoft.com/office/drawing/2014/main" id="{D97E9725-030E-4D5B-A3B1-DE6AC2F37697}"/>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05</a:t>
            </a:r>
          </a:p>
        </p:txBody>
      </p:sp>
      <p:sp>
        <p:nvSpPr>
          <p:cNvPr id="6" name="signal-number">
            <a:extLst xmlns:a="http://schemas.openxmlformats.org/drawingml/2006/main">
              <a:ext uri="{FF2B5EF4-FFF2-40B4-BE49-F238E27FC236}">
                <a16:creationId xmlns:a16="http://schemas.microsoft.com/office/drawing/2014/main" id="{FCC97334-5A5D-44ED-92A4-9616D3B0E438}"/>
              </a:ext>
            </a:extLst>
          </p:cNvPr>
          <p:cNvSpPr>
            <a:spLocks xmlns:a="http://schemas.openxmlformats.org/drawingml/2006/main" noGrp="1"/>
          </p:cNvSpPr>
          <p:nvPr/>
        </p:nvSpPr>
        <p:spPr>
          <a:xfrm xmlns:a="http://schemas.openxmlformats.org/drawingml/2006/main">
            <a:off x="685800" y="16097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53F8B"/>
                </a:solidFill>
                <a:latin typeface="Segoe UI"/>
                <a:ea typeface="Segoe UI"/>
                <a:cs typeface="Segoe UI"/>
              </a:defRPr>
            </a:defPPr>
            <a:lvl1pPr algn="l">
              <a:defRPr sz="4800" b="1">
                <a:solidFill>
                  <a:srgbClr val="153F8B"/>
                </a:solidFill>
                <a:latin typeface="Segoe UI"/>
                <a:ea typeface="Segoe UI"/>
                <a:cs typeface="Segoe UI"/>
              </a:defRPr>
            </a:lvl1pPr>
            <a:lvl2pPr algn="l">
              <a:defRPr sz="4800" b="1">
                <a:solidFill>
                  <a:srgbClr val="153F8B"/>
                </a:solidFill>
                <a:latin typeface="Segoe UI"/>
                <a:ea typeface="Segoe UI"/>
                <a:cs typeface="Segoe UI"/>
              </a:defRPr>
            </a:lvl2pPr>
            <a:lvl3pPr algn="l">
              <a:defRPr sz="4800" b="1">
                <a:solidFill>
                  <a:srgbClr val="153F8B"/>
                </a:solidFill>
                <a:latin typeface="Segoe UI"/>
                <a:ea typeface="Segoe UI"/>
                <a:cs typeface="Segoe UI"/>
              </a:defRPr>
            </a:lvl3pPr>
            <a:lvl4pPr algn="l">
              <a:defRPr sz="4800" b="1">
                <a:solidFill>
                  <a:srgbClr val="153F8B"/>
                </a:solidFill>
                <a:latin typeface="Segoe UI"/>
                <a:ea typeface="Segoe UI"/>
                <a:cs typeface="Segoe UI"/>
              </a:defRPr>
            </a:lvl4pPr>
            <a:lvl5pPr algn="l">
              <a:defRPr sz="4800" b="1">
                <a:solidFill>
                  <a:srgbClr val="153F8B"/>
                </a:solidFill>
                <a:latin typeface="Segoe UI"/>
                <a:ea typeface="Segoe UI"/>
                <a:cs typeface="Segoe UI"/>
              </a:defRPr>
            </a:lvl5pPr>
            <a:lvl6pPr algn="l">
              <a:defRPr sz="4800" b="1">
                <a:solidFill>
                  <a:srgbClr val="153F8B"/>
                </a:solidFill>
                <a:latin typeface="Segoe UI"/>
                <a:ea typeface="Segoe UI"/>
                <a:cs typeface="Segoe UI"/>
              </a:defRPr>
            </a:lvl6pPr>
            <a:lvl7pPr algn="l">
              <a:defRPr sz="4800" b="1">
                <a:solidFill>
                  <a:srgbClr val="153F8B"/>
                </a:solidFill>
                <a:latin typeface="Segoe UI"/>
                <a:ea typeface="Segoe UI"/>
                <a:cs typeface="Segoe UI"/>
              </a:defRPr>
            </a:lvl7pPr>
            <a:lvl8pPr algn="l">
              <a:defRPr sz="4800" b="1">
                <a:solidFill>
                  <a:srgbClr val="153F8B"/>
                </a:solidFill>
                <a:latin typeface="Segoe UI"/>
                <a:ea typeface="Segoe UI"/>
                <a:cs typeface="Segoe UI"/>
              </a:defRPr>
            </a:lvl8pPr>
            <a:lvl9pPr algn="l">
              <a:defRPr sz="4800" b="1">
                <a:solidFill>
                  <a:srgbClr val="153F8B"/>
                </a:solidFill>
                <a:latin typeface="Segoe UI"/>
                <a:ea typeface="Segoe UI"/>
                <a:cs typeface="Segoe UI"/>
              </a:defRPr>
            </a:lvl9pPr>
          </a:lstStyle>
          <a:p xmlns:a="http://schemas.openxmlformats.org/drawingml/2006/main">
            <a:pPr algn="l">
              <a:defRPr sz="4800" b="1">
                <a:solidFill>
                  <a:srgbClr val="153F8B"/>
                </a:solidFill>
                <a:latin typeface="Segoe UI"/>
                <a:ea typeface="Segoe UI"/>
                <a:cs typeface="Segoe UI"/>
              </a:defRPr>
            </a:pPr>
            <a:r>
              <a:rPr sz="4800" b="1">
                <a:solidFill>
                  <a:srgbClr val="153F8B"/>
                </a:solidFill>
                <a:latin typeface="Segoe UI"/>
                <a:ea typeface="Segoe UI"/>
                <a:cs typeface="Segoe UI"/>
              </a:rPr>
              <a:t>69% → 70%</a:t>
            </a:r>
          </a:p>
        </p:txBody>
      </p:sp>
      <p:sp>
        <p:nvSpPr>
          <p:cNvPr id="7" name="signal-label">
            <a:extLst xmlns:a="http://schemas.openxmlformats.org/drawingml/2006/main">
              <a:ext uri="{FF2B5EF4-FFF2-40B4-BE49-F238E27FC236}">
                <a16:creationId xmlns:a16="http://schemas.microsoft.com/office/drawing/2014/main" id="{FC83A590-A217-4D73-BB26-7D5DB3CDD637}"/>
              </a:ext>
            </a:extLst>
          </p:cNvPr>
          <p:cNvSpPr>
            <a:spLocks xmlns:a="http://schemas.openxmlformats.org/drawingml/2006/main" noGrp="1"/>
          </p:cNvSpPr>
          <p:nvPr/>
        </p:nvSpPr>
        <p:spPr>
          <a:xfrm xmlns:a="http://schemas.openxmlformats.org/drawingml/2006/main">
            <a:off x="723900" y="28575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71F36"/>
                </a:solidFill>
                <a:latin typeface="Segoe UI"/>
                <a:ea typeface="Segoe UI"/>
                <a:cs typeface="Segoe UI"/>
              </a:defRPr>
            </a:defPPr>
            <a:lvl1pPr algn="l">
              <a:defRPr sz="2325" b="1">
                <a:solidFill>
                  <a:srgbClr val="071F36"/>
                </a:solidFill>
                <a:latin typeface="Segoe UI"/>
                <a:ea typeface="Segoe UI"/>
                <a:cs typeface="Segoe UI"/>
              </a:defRPr>
            </a:lvl1pPr>
            <a:lvl2pPr algn="l">
              <a:defRPr sz="2325" b="1">
                <a:solidFill>
                  <a:srgbClr val="071F36"/>
                </a:solidFill>
                <a:latin typeface="Segoe UI"/>
                <a:ea typeface="Segoe UI"/>
                <a:cs typeface="Segoe UI"/>
              </a:defRPr>
            </a:lvl2pPr>
            <a:lvl3pPr algn="l">
              <a:defRPr sz="2325" b="1">
                <a:solidFill>
                  <a:srgbClr val="071F36"/>
                </a:solidFill>
                <a:latin typeface="Segoe UI"/>
                <a:ea typeface="Segoe UI"/>
                <a:cs typeface="Segoe UI"/>
              </a:defRPr>
            </a:lvl3pPr>
            <a:lvl4pPr algn="l">
              <a:defRPr sz="2325" b="1">
                <a:solidFill>
                  <a:srgbClr val="071F36"/>
                </a:solidFill>
                <a:latin typeface="Segoe UI"/>
                <a:ea typeface="Segoe UI"/>
                <a:cs typeface="Segoe UI"/>
              </a:defRPr>
            </a:lvl4pPr>
            <a:lvl5pPr algn="l">
              <a:defRPr sz="2325" b="1">
                <a:solidFill>
                  <a:srgbClr val="071F36"/>
                </a:solidFill>
                <a:latin typeface="Segoe UI"/>
                <a:ea typeface="Segoe UI"/>
                <a:cs typeface="Segoe UI"/>
              </a:defRPr>
            </a:lvl5pPr>
            <a:lvl6pPr algn="l">
              <a:defRPr sz="2325" b="1">
                <a:solidFill>
                  <a:srgbClr val="071F36"/>
                </a:solidFill>
                <a:latin typeface="Segoe UI"/>
                <a:ea typeface="Segoe UI"/>
                <a:cs typeface="Segoe UI"/>
              </a:defRPr>
            </a:lvl6pPr>
            <a:lvl7pPr algn="l">
              <a:defRPr sz="2325" b="1">
                <a:solidFill>
                  <a:srgbClr val="071F36"/>
                </a:solidFill>
                <a:latin typeface="Segoe UI"/>
                <a:ea typeface="Segoe UI"/>
                <a:cs typeface="Segoe UI"/>
              </a:defRPr>
            </a:lvl7pPr>
            <a:lvl8pPr algn="l">
              <a:defRPr sz="2325" b="1">
                <a:solidFill>
                  <a:srgbClr val="071F36"/>
                </a:solidFill>
                <a:latin typeface="Segoe UI"/>
                <a:ea typeface="Segoe UI"/>
                <a:cs typeface="Segoe UI"/>
              </a:defRPr>
            </a:lvl8pPr>
            <a:lvl9pPr algn="l">
              <a:defRPr sz="2325" b="1">
                <a:solidFill>
                  <a:srgbClr val="071F36"/>
                </a:solidFill>
                <a:latin typeface="Segoe UI"/>
                <a:ea typeface="Segoe UI"/>
                <a:cs typeface="Segoe UI"/>
              </a:defRPr>
            </a:lvl9pPr>
          </a:lstStyle>
          <a:p xmlns:a="http://schemas.openxmlformats.org/drawingml/2006/main">
            <a:pPr algn="l">
              <a:defRPr sz="2325" b="1">
                <a:solidFill>
                  <a:srgbClr val="071F36"/>
                </a:solidFill>
                <a:latin typeface="Segoe UI"/>
                <a:ea typeface="Segoe UI"/>
                <a:cs typeface="Segoe UI"/>
              </a:defRPr>
            </a:pPr>
            <a:r>
              <a:rPr sz="2325" b="1">
                <a:solidFill>
                  <a:srgbClr val="071F36"/>
                </a:solidFill>
                <a:latin typeface="Segoe UI"/>
                <a:ea typeface="Segoe UI"/>
                <a:cs typeface="Segoe UI"/>
              </a:rPr>
              <a:t>Analyst coverage</a:t>
            </a:r>
          </a:p>
          <a:p xmlns:a="http://schemas.openxmlformats.org/drawingml/2006/main">
            <a:pPr algn="l">
              <a:defRPr sz="2325" b="1">
                <a:solidFill>
                  <a:srgbClr val="071F36"/>
                </a:solidFill>
                <a:latin typeface="Segoe UI"/>
                <a:ea typeface="Segoe UI"/>
                <a:cs typeface="Segoe UI"/>
              </a:defRPr>
            </a:pPr>
            <a:r>
              <a:rPr sz="2325" b="1">
                <a:solidFill>
                  <a:srgbClr val="071F36"/>
                </a:solidFill>
                <a:latin typeface="Segoe UI"/>
                <a:ea typeface="Segoe UI"/>
                <a:cs typeface="Segoe UI"/>
              </a:rPr>
              <a:t>in this synthetic example</a:t>
            </a:r>
          </a:p>
        </p:txBody>
      </p:sp>
      <p:sp>
        <p:nvSpPr>
          <p:cNvPr id="8" name="signal-qualifier">
            <a:extLst xmlns:a="http://schemas.openxmlformats.org/drawingml/2006/main">
              <a:ext uri="{FF2B5EF4-FFF2-40B4-BE49-F238E27FC236}">
                <a16:creationId xmlns:a16="http://schemas.microsoft.com/office/drawing/2014/main" id="{136D66B2-067E-4A73-AEE0-E572EE0AC6E4}"/>
              </a:ext>
            </a:extLst>
          </p:cNvPr>
          <p:cNvSpPr>
            <a:spLocks xmlns:a="http://schemas.openxmlformats.org/drawingml/2006/main" noGrp="1"/>
          </p:cNvSpPr>
          <p:nvPr/>
        </p:nvSpPr>
        <p:spPr>
          <a:xfrm xmlns:a="http://schemas.openxmlformats.org/drawingml/2006/main">
            <a:off x="723900" y="4191000"/>
            <a:ext cx="5191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34F62"/>
                </a:solidFill>
                <a:latin typeface="Segoe UI"/>
                <a:ea typeface="Segoe UI"/>
                <a:cs typeface="Segoe UI"/>
              </a:defRPr>
            </a:defPPr>
            <a:lvl1pPr algn="l">
              <a:defRPr sz="2175" b="0">
                <a:solidFill>
                  <a:srgbClr val="334F62"/>
                </a:solidFill>
                <a:latin typeface="Segoe UI"/>
                <a:ea typeface="Segoe UI"/>
                <a:cs typeface="Segoe UI"/>
              </a:defRPr>
            </a:lvl1pPr>
            <a:lvl2pPr algn="l">
              <a:defRPr sz="2175" b="0">
                <a:solidFill>
                  <a:srgbClr val="334F62"/>
                </a:solidFill>
                <a:latin typeface="Segoe UI"/>
                <a:ea typeface="Segoe UI"/>
                <a:cs typeface="Segoe UI"/>
              </a:defRPr>
            </a:lvl2pPr>
            <a:lvl3pPr algn="l">
              <a:defRPr sz="2175" b="0">
                <a:solidFill>
                  <a:srgbClr val="334F62"/>
                </a:solidFill>
                <a:latin typeface="Segoe UI"/>
                <a:ea typeface="Segoe UI"/>
                <a:cs typeface="Segoe UI"/>
              </a:defRPr>
            </a:lvl3pPr>
            <a:lvl4pPr algn="l">
              <a:defRPr sz="2175" b="0">
                <a:solidFill>
                  <a:srgbClr val="334F62"/>
                </a:solidFill>
                <a:latin typeface="Segoe UI"/>
                <a:ea typeface="Segoe UI"/>
                <a:cs typeface="Segoe UI"/>
              </a:defRPr>
            </a:lvl4pPr>
            <a:lvl5pPr algn="l">
              <a:defRPr sz="2175" b="0">
                <a:solidFill>
                  <a:srgbClr val="334F62"/>
                </a:solidFill>
                <a:latin typeface="Segoe UI"/>
                <a:ea typeface="Segoe UI"/>
                <a:cs typeface="Segoe UI"/>
              </a:defRPr>
            </a:lvl5pPr>
            <a:lvl6pPr algn="l">
              <a:defRPr sz="2175" b="0">
                <a:solidFill>
                  <a:srgbClr val="334F62"/>
                </a:solidFill>
                <a:latin typeface="Segoe UI"/>
                <a:ea typeface="Segoe UI"/>
                <a:cs typeface="Segoe UI"/>
              </a:defRPr>
            </a:lvl6pPr>
            <a:lvl7pPr algn="l">
              <a:defRPr sz="2175" b="0">
                <a:solidFill>
                  <a:srgbClr val="334F62"/>
                </a:solidFill>
                <a:latin typeface="Segoe UI"/>
                <a:ea typeface="Segoe UI"/>
                <a:cs typeface="Segoe UI"/>
              </a:defRPr>
            </a:lvl7pPr>
            <a:lvl8pPr algn="l">
              <a:defRPr sz="2175" b="0">
                <a:solidFill>
                  <a:srgbClr val="334F62"/>
                </a:solidFill>
                <a:latin typeface="Segoe UI"/>
                <a:ea typeface="Segoe UI"/>
                <a:cs typeface="Segoe UI"/>
              </a:defRPr>
            </a:lvl8pPr>
            <a:lvl9pPr algn="l">
              <a:defRPr sz="2175" b="0">
                <a:solidFill>
                  <a:srgbClr val="334F62"/>
                </a:solidFill>
                <a:latin typeface="Segoe UI"/>
                <a:ea typeface="Segoe UI"/>
                <a:cs typeface="Segoe UI"/>
              </a:defRPr>
            </a:lvl9pPr>
          </a:lstStyle>
          <a:p xmlns:a="http://schemas.openxmlformats.org/drawingml/2006/main">
            <a:pPr algn="l">
              <a:defRPr sz="2175" b="0">
                <a:solidFill>
                  <a:srgbClr val="334F62"/>
                </a:solidFill>
                <a:latin typeface="Segoe UI"/>
                <a:ea typeface="Segoe UI"/>
                <a:cs typeface="Segoe UI"/>
              </a:defRPr>
            </a:pPr>
            <a:r>
              <a:rPr sz="2175" b="0">
                <a:solidFill>
                  <a:srgbClr val="334F62"/>
                </a:solidFill>
                <a:latin typeface="Segoe UI"/>
                <a:ea typeface="Segoe UI"/>
                <a:cs typeface="Segoe UI"/>
              </a:rPr>
              <a:t>Six dated research titles</a:t>
            </a:r>
          </a:p>
          <a:p xmlns:a="http://schemas.openxmlformats.org/drawingml/2006/main">
            <a:pPr algn="l">
              <a:defRPr sz="2175" b="0">
                <a:solidFill>
                  <a:srgbClr val="334F62"/>
                </a:solidFill>
                <a:latin typeface="Segoe UI"/>
                <a:ea typeface="Segoe UI"/>
                <a:cs typeface="Segoe UI"/>
              </a:defRPr>
            </a:pPr>
            <a:r>
              <a:rPr sz="2175" b="0">
                <a:solidFill>
                  <a:srgbClr val="334F62"/>
                </a:solidFill>
                <a:latin typeface="Segoe UI"/>
                <a:ea typeface="Segoe UI"/>
                <a:cs typeface="Segoe UI"/>
              </a:rPr>
              <a:t>Explicit opt-in weighting</a:t>
            </a:r>
          </a:p>
          <a:p xmlns:a="http://schemas.openxmlformats.org/drawingml/2006/main">
            <a:pPr algn="l">
              <a:defRPr sz="2175" b="0">
                <a:solidFill>
                  <a:srgbClr val="334F62"/>
                </a:solidFill>
                <a:latin typeface="Segoe UI"/>
                <a:ea typeface="Segoe UI"/>
                <a:cs typeface="Segoe UI"/>
              </a:defRPr>
            </a:pPr>
            <a:r>
              <a:rPr sz="2175" b="0">
                <a:solidFill>
                  <a:srgbClr val="334F62"/>
                </a:solidFill>
                <a:latin typeface="Segoe UI"/>
                <a:ea typeface="Segoe UI"/>
                <a:cs typeface="Segoe UI"/>
              </a:rPr>
              <a:t>25% maximum weight uplift</a:t>
            </a:r>
          </a:p>
        </p:txBody>
      </p:sp>
      <p:pic>
        <p:nvPicPr>
          <p:cNvPr id="9" name="">
            <a:extLst xmlns:a="http://schemas.openxmlformats.org/drawingml/2006/main">
              <a:ext uri="{FF2B5EF4-FFF2-40B4-BE49-F238E27FC236}">
                <a16:creationId xmlns:a16="http://schemas.microsoft.com/office/drawing/2014/main" id="{CB6A93E1-40FE-458E-B3FA-0773ACB29146}"/>
              </a:ext>
            </a:extLst>
          </p:cNvPr>
          <p:cNvPicPr>
            <a:picLocks xmlns:a="http://schemas.openxmlformats.org/drawingml/2006/main" noChangeAspect="1"/>
          </p:cNvPicPr>
          <p:nvPr/>
        </p:nvPicPr>
        <p:blipFill>
          <a:blip xmlns:r="http://schemas.openxmlformats.org/officeDocument/2006/relationships" xmlns:a="http://schemas.openxmlformats.org/drawingml/2006/main" r:embed="R1121d5d8c876419d"/>
          <a:srcRect xmlns:a="http://schemas.openxmlformats.org/drawingml/2006/main" l="21203" t="15222" r="26028" b="63953"/>
          <a:stretch xmlns:a="http://schemas.openxmlformats.org/drawingml/2006/main"/>
        </p:blipFill>
        <p:spPr>
          <a:xfrm xmlns:a="http://schemas.openxmlformats.org/drawingml/2006/main">
            <a:off x="6267450" y="1476375"/>
            <a:ext cx="5238750" cy="4476750"/>
          </a:xfrm>
          <a:prstGeom xmlns:a="http://schemas.openxmlformats.org/drawingml/2006/main" prst="rect">
            <a:avLst/>
          </a:prstGeom>
        </p:spPr>
      </p:pic>
      <p:sp>
        <p:nvSpPr>
          <p:cNvPr id="10" name="signal-boundary">
            <a:extLst xmlns:a="http://schemas.openxmlformats.org/drawingml/2006/main">
              <a:ext uri="{FF2B5EF4-FFF2-40B4-BE49-F238E27FC236}">
                <a16:creationId xmlns:a16="http://schemas.microsoft.com/office/drawing/2014/main" id="{CE872CE0-AD84-4D91-BA3D-43732E9C4D83}"/>
              </a:ext>
            </a:extLst>
          </p:cNvPr>
          <p:cNvSpPr>
            <a:spLocks xmlns:a="http://schemas.openxmlformats.org/drawingml/2006/main" noGrp="1"/>
          </p:cNvSpPr>
          <p:nvPr/>
        </p:nvSpPr>
        <p:spPr>
          <a:xfrm xmlns:a="http://schemas.openxmlformats.org/drawingml/2006/main">
            <a:off x="685800" y="62579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34F62"/>
                </a:solidFill>
                <a:latin typeface="Segoe UI"/>
                <a:ea typeface="Segoe UI"/>
                <a:cs typeface="Segoe UI"/>
              </a:defRPr>
            </a:defPPr>
            <a:lvl1pPr algn="l">
              <a:defRPr sz="1500" b="0">
                <a:solidFill>
                  <a:srgbClr val="334F62"/>
                </a:solidFill>
                <a:latin typeface="Segoe UI"/>
                <a:ea typeface="Segoe UI"/>
                <a:cs typeface="Segoe UI"/>
              </a:defRPr>
            </a:lvl1pPr>
            <a:lvl2pPr algn="l">
              <a:defRPr sz="1500" b="0">
                <a:solidFill>
                  <a:srgbClr val="334F62"/>
                </a:solidFill>
                <a:latin typeface="Segoe UI"/>
                <a:ea typeface="Segoe UI"/>
                <a:cs typeface="Segoe UI"/>
              </a:defRPr>
            </a:lvl2pPr>
            <a:lvl3pPr algn="l">
              <a:defRPr sz="1500" b="0">
                <a:solidFill>
                  <a:srgbClr val="334F62"/>
                </a:solidFill>
                <a:latin typeface="Segoe UI"/>
                <a:ea typeface="Segoe UI"/>
                <a:cs typeface="Segoe UI"/>
              </a:defRPr>
            </a:lvl3pPr>
            <a:lvl4pPr algn="l">
              <a:defRPr sz="1500" b="0">
                <a:solidFill>
                  <a:srgbClr val="334F62"/>
                </a:solidFill>
                <a:latin typeface="Segoe UI"/>
                <a:ea typeface="Segoe UI"/>
                <a:cs typeface="Segoe UI"/>
              </a:defRPr>
            </a:lvl4pPr>
            <a:lvl5pPr algn="l">
              <a:defRPr sz="1500" b="0">
                <a:solidFill>
                  <a:srgbClr val="334F62"/>
                </a:solidFill>
                <a:latin typeface="Segoe UI"/>
                <a:ea typeface="Segoe UI"/>
                <a:cs typeface="Segoe UI"/>
              </a:defRPr>
            </a:lvl5pPr>
            <a:lvl6pPr algn="l">
              <a:defRPr sz="1500" b="0">
                <a:solidFill>
                  <a:srgbClr val="334F62"/>
                </a:solidFill>
                <a:latin typeface="Segoe UI"/>
                <a:ea typeface="Segoe UI"/>
                <a:cs typeface="Segoe UI"/>
              </a:defRPr>
            </a:lvl6pPr>
            <a:lvl7pPr algn="l">
              <a:defRPr sz="1500" b="0">
                <a:solidFill>
                  <a:srgbClr val="334F62"/>
                </a:solidFill>
                <a:latin typeface="Segoe UI"/>
                <a:ea typeface="Segoe UI"/>
                <a:cs typeface="Segoe UI"/>
              </a:defRPr>
            </a:lvl7pPr>
            <a:lvl8pPr algn="l">
              <a:defRPr sz="1500" b="0">
                <a:solidFill>
                  <a:srgbClr val="334F62"/>
                </a:solidFill>
                <a:latin typeface="Segoe UI"/>
                <a:ea typeface="Segoe UI"/>
                <a:cs typeface="Segoe UI"/>
              </a:defRPr>
            </a:lvl8pPr>
            <a:lvl9pPr algn="l">
              <a:defRPr sz="1500" b="0">
                <a:solidFill>
                  <a:srgbClr val="334F62"/>
                </a:solidFill>
                <a:latin typeface="Segoe UI"/>
                <a:ea typeface="Segoe UI"/>
                <a:cs typeface="Segoe UI"/>
              </a:defRPr>
            </a:lvl9pPr>
          </a:lstStyle>
          <a:p xmlns:a="http://schemas.openxmlformats.org/drawingml/2006/main">
            <a:pPr algn="l">
              <a:defRPr sz="1500" b="0">
                <a:solidFill>
                  <a:srgbClr val="334F62"/>
                </a:solidFill>
                <a:latin typeface="Segoe UI"/>
                <a:ea typeface="Segoe UI"/>
                <a:cs typeface="Segoe UI"/>
              </a:defRPr>
            </a:pPr>
            <a:r>
              <a:rPr sz="1500" b="0">
                <a:solidFill>
                  <a:srgbClr val="334F62"/>
                </a:solidFill>
                <a:latin typeface="Segoe UI"/>
                <a:ea typeface="Segoe UI"/>
                <a:cs typeface="Segoe UI"/>
              </a:rPr>
              <a:t>Research attention is experimental. Validated demand forecasting remains future work.</a:t>
            </a:r>
          </a:p>
        </p:txBody>
      </p:sp>
    </p:spTree>
    <p:extLst>
      <p:ext uri="{BB962C8B-B14F-4D97-AF65-F5344CB8AC3E}">
        <p14:creationId xmlns:p14="http://schemas.microsoft.com/office/powerpoint/2010/main" val="504161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DD273AC-2054-4927-9F0A-9028D0F5AB40}"/>
              </a:ext>
            </a:extLst>
          </p:cNvPr>
          <p:cNvPicPr>
            <a:picLocks xmlns:a="http://schemas.openxmlformats.org/drawingml/2006/main" noChangeAspect="1"/>
          </p:cNvPicPr>
          <p:nvPr/>
        </p:nvPicPr>
        <p:blipFill>
          <a:blip xmlns:r="http://schemas.openxmlformats.org/officeDocument/2006/relationships" xmlns:a="http://schemas.openxmlformats.org/drawingml/2006/main" r:embed="R7bf255a58f1b477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63283C54-0825-4F55-A357-FF498133CC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CB5B4A5-C17B-46DB-8881-5453DCAD076F}"/>
              </a:ext>
            </a:extLst>
          </p:cNvPr>
          <p:cNvPicPr>
            <a:picLocks xmlns:a="http://schemas.openxmlformats.org/drawingml/2006/main" noChangeAspect="1"/>
          </p:cNvPicPr>
          <p:nvPr/>
        </p:nvPicPr>
        <p:blipFill>
          <a:blip xmlns:r="http://schemas.openxmlformats.org/officeDocument/2006/relationships" xmlns:a="http://schemas.openxmlformats.org/drawingml/2006/main" r:embed="Rc26cf3ffeee643cb"/>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8ECE4A09-4559-4EAA-B2FE-F8DB4CADB7FC}"/>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Explainable coverage and visible gaps</a:t>
            </a:r>
          </a:p>
        </p:txBody>
      </p:sp>
      <p:sp>
        <p:nvSpPr>
          <p:cNvPr id="5" name="folio">
            <a:extLst xmlns:a="http://schemas.openxmlformats.org/drawingml/2006/main">
              <a:ext uri="{FF2B5EF4-FFF2-40B4-BE49-F238E27FC236}">
                <a16:creationId xmlns:a16="http://schemas.microsoft.com/office/drawing/2014/main" id="{2820015B-2A9B-466F-AA30-F38D57ADED14}"/>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06</a:t>
            </a:r>
          </a:p>
        </p:txBody>
      </p:sp>
      <p:sp>
        <p:nvSpPr>
          <p:cNvPr id="6" name="coverage-scale">
            <a:extLst xmlns:a="http://schemas.openxmlformats.org/drawingml/2006/main">
              <a:ext uri="{FF2B5EF4-FFF2-40B4-BE49-F238E27FC236}">
                <a16:creationId xmlns:a16="http://schemas.microsoft.com/office/drawing/2014/main" id="{DE0A4FE6-6C4F-41E2-AE18-775E8876FBEA}"/>
              </a:ext>
            </a:extLst>
          </p:cNvPr>
          <p:cNvSpPr>
            <a:spLocks xmlns:a="http://schemas.openxmlformats.org/drawingml/2006/main" noGrp="1"/>
          </p:cNvSpPr>
          <p:nvPr/>
        </p:nvSpPr>
        <p:spPr>
          <a:xfrm xmlns:a="http://schemas.openxmlformats.org/drawingml/2006/main">
            <a:off x="685800" y="14192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53F8B"/>
                </a:solidFill>
                <a:latin typeface="Segoe UI"/>
                <a:ea typeface="Segoe UI"/>
                <a:cs typeface="Segoe UI"/>
              </a:defRPr>
            </a:defPPr>
            <a:lvl1pPr algn="l">
              <a:defRPr sz="2850" b="1">
                <a:solidFill>
                  <a:srgbClr val="153F8B"/>
                </a:solidFill>
                <a:latin typeface="Segoe UI"/>
                <a:ea typeface="Segoe UI"/>
                <a:cs typeface="Segoe UI"/>
              </a:defRPr>
            </a:lvl1pPr>
            <a:lvl2pPr algn="l">
              <a:defRPr sz="2850" b="1">
                <a:solidFill>
                  <a:srgbClr val="153F8B"/>
                </a:solidFill>
                <a:latin typeface="Segoe UI"/>
                <a:ea typeface="Segoe UI"/>
                <a:cs typeface="Segoe UI"/>
              </a:defRPr>
            </a:lvl2pPr>
            <a:lvl3pPr algn="l">
              <a:defRPr sz="2850" b="1">
                <a:solidFill>
                  <a:srgbClr val="153F8B"/>
                </a:solidFill>
                <a:latin typeface="Segoe UI"/>
                <a:ea typeface="Segoe UI"/>
                <a:cs typeface="Segoe UI"/>
              </a:defRPr>
            </a:lvl3pPr>
            <a:lvl4pPr algn="l">
              <a:defRPr sz="2850" b="1">
                <a:solidFill>
                  <a:srgbClr val="153F8B"/>
                </a:solidFill>
                <a:latin typeface="Segoe UI"/>
                <a:ea typeface="Segoe UI"/>
                <a:cs typeface="Segoe UI"/>
              </a:defRPr>
            </a:lvl4pPr>
            <a:lvl5pPr algn="l">
              <a:defRPr sz="2850" b="1">
                <a:solidFill>
                  <a:srgbClr val="153F8B"/>
                </a:solidFill>
                <a:latin typeface="Segoe UI"/>
                <a:ea typeface="Segoe UI"/>
                <a:cs typeface="Segoe UI"/>
              </a:defRPr>
            </a:lvl5pPr>
            <a:lvl6pPr algn="l">
              <a:defRPr sz="2850" b="1">
                <a:solidFill>
                  <a:srgbClr val="153F8B"/>
                </a:solidFill>
                <a:latin typeface="Segoe UI"/>
                <a:ea typeface="Segoe UI"/>
                <a:cs typeface="Segoe UI"/>
              </a:defRPr>
            </a:lvl6pPr>
            <a:lvl7pPr algn="l">
              <a:defRPr sz="2850" b="1">
                <a:solidFill>
                  <a:srgbClr val="153F8B"/>
                </a:solidFill>
                <a:latin typeface="Segoe UI"/>
                <a:ea typeface="Segoe UI"/>
                <a:cs typeface="Segoe UI"/>
              </a:defRPr>
            </a:lvl7pPr>
            <a:lvl8pPr algn="l">
              <a:defRPr sz="2850" b="1">
                <a:solidFill>
                  <a:srgbClr val="153F8B"/>
                </a:solidFill>
                <a:latin typeface="Segoe UI"/>
                <a:ea typeface="Segoe UI"/>
                <a:cs typeface="Segoe UI"/>
              </a:defRPr>
            </a:lvl8pPr>
            <a:lvl9pPr algn="l">
              <a:defRPr sz="2850" b="1">
                <a:solidFill>
                  <a:srgbClr val="153F8B"/>
                </a:solidFill>
                <a:latin typeface="Segoe UI"/>
                <a:ea typeface="Segoe UI"/>
                <a:cs typeface="Segoe UI"/>
              </a:defRPr>
            </a:lvl9pPr>
          </a:lstStyle>
          <a:p xmlns:a="http://schemas.openxmlformats.org/drawingml/2006/main">
            <a:pPr algn="l">
              <a:defRPr sz="2850" b="1">
                <a:solidFill>
                  <a:srgbClr val="153F8B"/>
                </a:solidFill>
                <a:latin typeface="Segoe UI"/>
                <a:ea typeface="Segoe UI"/>
                <a:cs typeface="Segoe UI"/>
              </a:defRPr>
            </a:pPr>
            <a:r>
              <a:rPr sz="2850" b="1">
                <a:solidFill>
                  <a:srgbClr val="153F8B"/>
                </a:solidFill>
                <a:latin typeface="Segoe UI"/>
                <a:ea typeface="Segoe UI"/>
                <a:cs typeface="Segoe UI"/>
              </a:rPr>
              <a:t>6 reference roles</a:t>
            </a:r>
          </a:p>
        </p:txBody>
      </p:sp>
      <p:sp>
        <p:nvSpPr>
          <p:cNvPr id="7" name="coverage-dims">
            <a:extLst xmlns:a="http://schemas.openxmlformats.org/drawingml/2006/main">
              <a:ext uri="{FF2B5EF4-FFF2-40B4-BE49-F238E27FC236}">
                <a16:creationId xmlns:a16="http://schemas.microsoft.com/office/drawing/2014/main" id="{34BC77D0-9D51-4AEA-8213-EC63567B76AE}"/>
              </a:ext>
            </a:extLst>
          </p:cNvPr>
          <p:cNvSpPr>
            <a:spLocks xmlns:a="http://schemas.openxmlformats.org/drawingml/2006/main" noGrp="1"/>
          </p:cNvSpPr>
          <p:nvPr/>
        </p:nvSpPr>
        <p:spPr>
          <a:xfrm xmlns:a="http://schemas.openxmlformats.org/drawingml/2006/main">
            <a:off x="6477000" y="141922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05A63"/>
                </a:solidFill>
                <a:latin typeface="Segoe UI"/>
                <a:ea typeface="Segoe UI"/>
                <a:cs typeface="Segoe UI"/>
              </a:defRPr>
            </a:defPPr>
            <a:lvl1pPr algn="l">
              <a:defRPr sz="2850" b="1">
                <a:solidFill>
                  <a:srgbClr val="005A63"/>
                </a:solidFill>
                <a:latin typeface="Segoe UI"/>
                <a:ea typeface="Segoe UI"/>
                <a:cs typeface="Segoe UI"/>
              </a:defRPr>
            </a:lvl1pPr>
            <a:lvl2pPr algn="l">
              <a:defRPr sz="2850" b="1">
                <a:solidFill>
                  <a:srgbClr val="005A63"/>
                </a:solidFill>
                <a:latin typeface="Segoe UI"/>
                <a:ea typeface="Segoe UI"/>
                <a:cs typeface="Segoe UI"/>
              </a:defRPr>
            </a:lvl2pPr>
            <a:lvl3pPr algn="l">
              <a:defRPr sz="2850" b="1">
                <a:solidFill>
                  <a:srgbClr val="005A63"/>
                </a:solidFill>
                <a:latin typeface="Segoe UI"/>
                <a:ea typeface="Segoe UI"/>
                <a:cs typeface="Segoe UI"/>
              </a:defRPr>
            </a:lvl3pPr>
            <a:lvl4pPr algn="l">
              <a:defRPr sz="2850" b="1">
                <a:solidFill>
                  <a:srgbClr val="005A63"/>
                </a:solidFill>
                <a:latin typeface="Segoe UI"/>
                <a:ea typeface="Segoe UI"/>
                <a:cs typeface="Segoe UI"/>
              </a:defRPr>
            </a:lvl4pPr>
            <a:lvl5pPr algn="l">
              <a:defRPr sz="2850" b="1">
                <a:solidFill>
                  <a:srgbClr val="005A63"/>
                </a:solidFill>
                <a:latin typeface="Segoe UI"/>
                <a:ea typeface="Segoe UI"/>
                <a:cs typeface="Segoe UI"/>
              </a:defRPr>
            </a:lvl5pPr>
            <a:lvl6pPr algn="l">
              <a:defRPr sz="2850" b="1">
                <a:solidFill>
                  <a:srgbClr val="005A63"/>
                </a:solidFill>
                <a:latin typeface="Segoe UI"/>
                <a:ea typeface="Segoe UI"/>
                <a:cs typeface="Segoe UI"/>
              </a:defRPr>
            </a:lvl6pPr>
            <a:lvl7pPr algn="l">
              <a:defRPr sz="2850" b="1">
                <a:solidFill>
                  <a:srgbClr val="005A63"/>
                </a:solidFill>
                <a:latin typeface="Segoe UI"/>
                <a:ea typeface="Segoe UI"/>
                <a:cs typeface="Segoe UI"/>
              </a:defRPr>
            </a:lvl7pPr>
            <a:lvl8pPr algn="l">
              <a:defRPr sz="2850" b="1">
                <a:solidFill>
                  <a:srgbClr val="005A63"/>
                </a:solidFill>
                <a:latin typeface="Segoe UI"/>
                <a:ea typeface="Segoe UI"/>
                <a:cs typeface="Segoe UI"/>
              </a:defRPr>
            </a:lvl8pPr>
            <a:lvl9pPr algn="l">
              <a:defRPr sz="2850" b="1">
                <a:solidFill>
                  <a:srgbClr val="005A63"/>
                </a:solidFill>
                <a:latin typeface="Segoe UI"/>
                <a:ea typeface="Segoe UI"/>
                <a:cs typeface="Segoe UI"/>
              </a:defRPr>
            </a:lvl9pPr>
          </a:lstStyle>
          <a:p xmlns:a="http://schemas.openxmlformats.org/drawingml/2006/main">
            <a:pPr algn="l">
              <a:defRPr sz="2850" b="1">
                <a:solidFill>
                  <a:srgbClr val="005A63"/>
                </a:solidFill>
                <a:latin typeface="Segoe UI"/>
                <a:ea typeface="Segoe UI"/>
                <a:cs typeface="Segoe UI"/>
              </a:defRPr>
            </a:pPr>
            <a:r>
              <a:rPr sz="2850" b="1">
                <a:solidFill>
                  <a:srgbClr val="005A63"/>
                </a:solidFill>
                <a:latin typeface="Segoe UI"/>
                <a:ea typeface="Segoe UI"/>
                <a:cs typeface="Segoe UI"/>
              </a:rPr>
              <a:t>10 skill dimensions</a:t>
            </a:r>
          </a:p>
        </p:txBody>
      </p:sp>
      <p:pic>
        <p:nvPicPr>
          <p:cNvPr id="8" name="">
            <a:extLst xmlns:a="http://schemas.openxmlformats.org/drawingml/2006/main">
              <a:ext uri="{FF2B5EF4-FFF2-40B4-BE49-F238E27FC236}">
                <a16:creationId xmlns:a16="http://schemas.microsoft.com/office/drawing/2014/main" id="{191A1F8E-8604-4DC7-8690-60547D844C02}"/>
              </a:ext>
            </a:extLst>
          </p:cNvPr>
          <p:cNvPicPr>
            <a:picLocks xmlns:a="http://schemas.openxmlformats.org/drawingml/2006/main" noChangeAspect="1"/>
          </p:cNvPicPr>
          <p:nvPr/>
        </p:nvPicPr>
        <p:blipFill>
          <a:blip xmlns:r="http://schemas.openxmlformats.org/officeDocument/2006/relationships" xmlns:a="http://schemas.openxmlformats.org/drawingml/2006/main" r:embed="R8fad7ee871194175"/>
          <a:srcRect xmlns:a="http://schemas.openxmlformats.org/drawingml/2006/main" l="21203" t="18645" r="26028" b="55848"/>
          <a:stretch xmlns:a="http://schemas.openxmlformats.org/drawingml/2006/main"/>
        </p:blipFill>
        <p:spPr>
          <a:xfrm xmlns:a="http://schemas.openxmlformats.org/drawingml/2006/main">
            <a:off x="685800" y="2190750"/>
            <a:ext cx="4476750" cy="37433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3D6D8EB-89EA-4C9B-8E40-2D26D462E297}"/>
              </a:ext>
            </a:extLst>
          </p:cNvPr>
          <p:cNvPicPr>
            <a:picLocks xmlns:a="http://schemas.openxmlformats.org/drawingml/2006/main" noChangeAspect="1"/>
          </p:cNvPicPr>
          <p:nvPr/>
        </p:nvPicPr>
        <p:blipFill>
          <a:blip xmlns:r="http://schemas.openxmlformats.org/officeDocument/2006/relationships" xmlns:a="http://schemas.openxmlformats.org/drawingml/2006/main" r:embed="Re55a4603c3e44600"/>
          <a:stretch xmlns:a="http://schemas.openxmlformats.org/drawingml/2006/main"/>
        </p:blipFill>
        <p:spPr>
          <a:xfrm xmlns:a="http://schemas.openxmlformats.org/drawingml/2006/main">
            <a:off x="5524500" y="2518470"/>
            <a:ext cx="5962650" cy="2049661"/>
          </a:xfrm>
          <a:prstGeom xmlns:a="http://schemas.openxmlformats.org/drawingml/2006/main" prst="rect">
            <a:avLst/>
          </a:prstGeom>
        </p:spPr>
      </p:pic>
      <p:sp>
        <p:nvSpPr>
          <p:cNvPr id="10" name="coverage-detail">
            <a:extLst xmlns:a="http://schemas.openxmlformats.org/drawingml/2006/main">
              <a:ext uri="{FF2B5EF4-FFF2-40B4-BE49-F238E27FC236}">
                <a16:creationId xmlns:a16="http://schemas.microsoft.com/office/drawing/2014/main" id="{F4C8CB51-0D3E-4DC6-9075-7AF89DAD59A0}"/>
              </a:ext>
            </a:extLst>
          </p:cNvPr>
          <p:cNvSpPr>
            <a:spLocks xmlns:a="http://schemas.openxmlformats.org/drawingml/2006/main" noGrp="1"/>
          </p:cNvSpPr>
          <p:nvPr/>
        </p:nvSpPr>
        <p:spPr>
          <a:xfrm xmlns:a="http://schemas.openxmlformats.org/drawingml/2006/main">
            <a:off x="5562600" y="5057775"/>
            <a:ext cx="5857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71F36"/>
                </a:solidFill>
                <a:latin typeface="Segoe UI"/>
                <a:ea typeface="Segoe UI"/>
                <a:cs typeface="Segoe UI"/>
              </a:defRPr>
            </a:defPPr>
            <a:lvl1pPr algn="l">
              <a:defRPr sz="1950" b="1">
                <a:solidFill>
                  <a:srgbClr val="071F36"/>
                </a:solidFill>
                <a:latin typeface="Segoe UI"/>
                <a:ea typeface="Segoe UI"/>
                <a:cs typeface="Segoe UI"/>
              </a:defRPr>
            </a:lvl1pPr>
            <a:lvl2pPr algn="l">
              <a:defRPr sz="1950" b="1">
                <a:solidFill>
                  <a:srgbClr val="071F36"/>
                </a:solidFill>
                <a:latin typeface="Segoe UI"/>
                <a:ea typeface="Segoe UI"/>
                <a:cs typeface="Segoe UI"/>
              </a:defRPr>
            </a:lvl2pPr>
            <a:lvl3pPr algn="l">
              <a:defRPr sz="1950" b="1">
                <a:solidFill>
                  <a:srgbClr val="071F36"/>
                </a:solidFill>
                <a:latin typeface="Segoe UI"/>
                <a:ea typeface="Segoe UI"/>
                <a:cs typeface="Segoe UI"/>
              </a:defRPr>
            </a:lvl3pPr>
            <a:lvl4pPr algn="l">
              <a:defRPr sz="1950" b="1">
                <a:solidFill>
                  <a:srgbClr val="071F36"/>
                </a:solidFill>
                <a:latin typeface="Segoe UI"/>
                <a:ea typeface="Segoe UI"/>
                <a:cs typeface="Segoe UI"/>
              </a:defRPr>
            </a:lvl4pPr>
            <a:lvl5pPr algn="l">
              <a:defRPr sz="1950" b="1">
                <a:solidFill>
                  <a:srgbClr val="071F36"/>
                </a:solidFill>
                <a:latin typeface="Segoe UI"/>
                <a:ea typeface="Segoe UI"/>
                <a:cs typeface="Segoe UI"/>
              </a:defRPr>
            </a:lvl5pPr>
            <a:lvl6pPr algn="l">
              <a:defRPr sz="1950" b="1">
                <a:solidFill>
                  <a:srgbClr val="071F36"/>
                </a:solidFill>
                <a:latin typeface="Segoe UI"/>
                <a:ea typeface="Segoe UI"/>
                <a:cs typeface="Segoe UI"/>
              </a:defRPr>
            </a:lvl6pPr>
            <a:lvl7pPr algn="l">
              <a:defRPr sz="1950" b="1">
                <a:solidFill>
                  <a:srgbClr val="071F36"/>
                </a:solidFill>
                <a:latin typeface="Segoe UI"/>
                <a:ea typeface="Segoe UI"/>
                <a:cs typeface="Segoe UI"/>
              </a:defRPr>
            </a:lvl7pPr>
            <a:lvl8pPr algn="l">
              <a:defRPr sz="1950" b="1">
                <a:solidFill>
                  <a:srgbClr val="071F36"/>
                </a:solidFill>
                <a:latin typeface="Segoe UI"/>
                <a:ea typeface="Segoe UI"/>
                <a:cs typeface="Segoe UI"/>
              </a:defRPr>
            </a:lvl8pPr>
            <a:lvl9pPr algn="l">
              <a:defRPr sz="1950" b="1">
                <a:solidFill>
                  <a:srgbClr val="071F36"/>
                </a:solidFill>
                <a:latin typeface="Segoe UI"/>
                <a:ea typeface="Segoe UI"/>
                <a:cs typeface="Segoe UI"/>
              </a:defRPr>
            </a:lvl9pPr>
          </a:lstStyle>
          <a:p xmlns:a="http://schemas.openxmlformats.org/drawingml/2006/main">
            <a:pPr algn="l">
              <a:defRPr sz="1950" b="1">
                <a:solidFill>
                  <a:srgbClr val="071F36"/>
                </a:solidFill>
                <a:latin typeface="Segoe UI"/>
                <a:ea typeface="Segoe UI"/>
                <a:cs typeface="Segoe UI"/>
              </a:defRPr>
            </a:pPr>
            <a:r>
              <a:rPr sz="1950" b="1">
                <a:solidFill>
                  <a:srgbClr val="071F36"/>
                </a:solidFill>
                <a:latin typeface="Segoe UI"/>
                <a:ea typeface="Segoe UI"/>
                <a:cs typeface="Segoe UI"/>
              </a:rPr>
              <a:t>Current level · target · weight</a:t>
            </a:r>
          </a:p>
          <a:p xmlns:a="http://schemas.openxmlformats.org/drawingml/2006/main">
            <a:pPr algn="l">
              <a:defRPr sz="1950" b="1">
                <a:solidFill>
                  <a:srgbClr val="071F36"/>
                </a:solidFill>
                <a:latin typeface="Segoe UI"/>
                <a:ea typeface="Segoe UI"/>
                <a:cs typeface="Segoe UI"/>
              </a:defRPr>
            </a:pPr>
            <a:r>
              <a:rPr sz="1950" b="1">
                <a:solidFill>
                  <a:srgbClr val="071F36"/>
                </a:solidFill>
                <a:latin typeface="Segoe UI"/>
                <a:ea typeface="Segoe UI"/>
                <a:cs typeface="Segoe UI"/>
              </a:rPr>
              <a:t>Every score contribution stays visible.</a:t>
            </a:r>
          </a:p>
        </p:txBody>
      </p:sp>
      <p:sp>
        <p:nvSpPr>
          <p:cNvPr id="11" name="coverage-boundary">
            <a:extLst xmlns:a="http://schemas.openxmlformats.org/drawingml/2006/main">
              <a:ext uri="{FF2B5EF4-FFF2-40B4-BE49-F238E27FC236}">
                <a16:creationId xmlns:a16="http://schemas.microsoft.com/office/drawing/2014/main" id="{EFCD37CF-ACDC-4BFD-B9F6-712A8C4FA4A9}"/>
              </a:ext>
            </a:extLst>
          </p:cNvPr>
          <p:cNvSpPr>
            <a:spLocks xmlns:a="http://schemas.openxmlformats.org/drawingml/2006/main" noGrp="1"/>
          </p:cNvSpPr>
          <p:nvPr/>
        </p:nvSpPr>
        <p:spPr>
          <a:xfrm xmlns:a="http://schemas.openxmlformats.org/drawingml/2006/main">
            <a:off x="685800" y="62293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F62"/>
                </a:solidFill>
                <a:latin typeface="Segoe UI"/>
                <a:ea typeface="Segoe UI"/>
                <a:cs typeface="Segoe UI"/>
              </a:defRPr>
            </a:defPPr>
            <a:lvl1pPr algn="l">
              <a:defRPr sz="1575" b="0">
                <a:solidFill>
                  <a:srgbClr val="334F62"/>
                </a:solidFill>
                <a:latin typeface="Segoe UI"/>
                <a:ea typeface="Segoe UI"/>
                <a:cs typeface="Segoe UI"/>
              </a:defRPr>
            </a:lvl1pPr>
            <a:lvl2pPr algn="l">
              <a:defRPr sz="1575" b="0">
                <a:solidFill>
                  <a:srgbClr val="334F62"/>
                </a:solidFill>
                <a:latin typeface="Segoe UI"/>
                <a:ea typeface="Segoe UI"/>
                <a:cs typeface="Segoe UI"/>
              </a:defRPr>
            </a:lvl2pPr>
            <a:lvl3pPr algn="l">
              <a:defRPr sz="1575" b="0">
                <a:solidFill>
                  <a:srgbClr val="334F62"/>
                </a:solidFill>
                <a:latin typeface="Segoe UI"/>
                <a:ea typeface="Segoe UI"/>
                <a:cs typeface="Segoe UI"/>
              </a:defRPr>
            </a:lvl3pPr>
            <a:lvl4pPr algn="l">
              <a:defRPr sz="1575" b="0">
                <a:solidFill>
                  <a:srgbClr val="334F62"/>
                </a:solidFill>
                <a:latin typeface="Segoe UI"/>
                <a:ea typeface="Segoe UI"/>
                <a:cs typeface="Segoe UI"/>
              </a:defRPr>
            </a:lvl4pPr>
            <a:lvl5pPr algn="l">
              <a:defRPr sz="1575" b="0">
                <a:solidFill>
                  <a:srgbClr val="334F62"/>
                </a:solidFill>
                <a:latin typeface="Segoe UI"/>
                <a:ea typeface="Segoe UI"/>
                <a:cs typeface="Segoe UI"/>
              </a:defRPr>
            </a:lvl5pPr>
            <a:lvl6pPr algn="l">
              <a:defRPr sz="1575" b="0">
                <a:solidFill>
                  <a:srgbClr val="334F62"/>
                </a:solidFill>
                <a:latin typeface="Segoe UI"/>
                <a:ea typeface="Segoe UI"/>
                <a:cs typeface="Segoe UI"/>
              </a:defRPr>
            </a:lvl6pPr>
            <a:lvl7pPr algn="l">
              <a:defRPr sz="1575" b="0">
                <a:solidFill>
                  <a:srgbClr val="334F62"/>
                </a:solidFill>
                <a:latin typeface="Segoe UI"/>
                <a:ea typeface="Segoe UI"/>
                <a:cs typeface="Segoe UI"/>
              </a:defRPr>
            </a:lvl7pPr>
            <a:lvl8pPr algn="l">
              <a:defRPr sz="1575" b="0">
                <a:solidFill>
                  <a:srgbClr val="334F62"/>
                </a:solidFill>
                <a:latin typeface="Segoe UI"/>
                <a:ea typeface="Segoe UI"/>
                <a:cs typeface="Segoe UI"/>
              </a:defRPr>
            </a:lvl8pPr>
            <a:lvl9pPr algn="l">
              <a:defRPr sz="1575" b="0">
                <a:solidFill>
                  <a:srgbClr val="334F62"/>
                </a:solidFill>
                <a:latin typeface="Segoe UI"/>
                <a:ea typeface="Segoe UI"/>
                <a:cs typeface="Segoe UI"/>
              </a:defRPr>
            </a:lvl9pPr>
          </a:lstStyle>
          <a:p xmlns:a="http://schemas.openxmlformats.org/drawingml/2006/main">
            <a:pPr algn="l">
              <a:defRPr sz="1575" b="0">
                <a:solidFill>
                  <a:srgbClr val="334F62"/>
                </a:solidFill>
                <a:latin typeface="Segoe UI"/>
                <a:ea typeface="Segoe UI"/>
                <a:cs typeface="Segoe UI"/>
              </a:defRPr>
            </a:pPr>
            <a:r>
              <a:rPr sz="1575" b="0">
                <a:solidFill>
                  <a:srgbClr val="334F62"/>
                </a:solidFill>
                <a:latin typeface="Segoe UI"/>
                <a:ea typeface="Segoe UI"/>
                <a:cs typeface="Segoe UI"/>
              </a:rPr>
              <a:t>O*NET references; project-authored rubric. Malaysian calibration remains open.</a:t>
            </a:r>
          </a:p>
        </p:txBody>
      </p:sp>
    </p:spTree>
    <p:extLst>
      <p:ext uri="{BB962C8B-B14F-4D97-AF65-F5344CB8AC3E}">
        <p14:creationId xmlns:p14="http://schemas.microsoft.com/office/powerpoint/2010/main" val="16164046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4C8076D-C7D8-4544-AF2E-5E6E980CA398}"/>
              </a:ext>
            </a:extLst>
          </p:cNvPr>
          <p:cNvPicPr>
            <a:picLocks xmlns:a="http://schemas.openxmlformats.org/drawingml/2006/main" noChangeAspect="1"/>
          </p:cNvPicPr>
          <p:nvPr/>
        </p:nvPicPr>
        <p:blipFill>
          <a:blip xmlns:r="http://schemas.openxmlformats.org/officeDocument/2006/relationships" xmlns:a="http://schemas.openxmlformats.org/drawingml/2006/main" r:embed="Rf16038ed5a974c2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83B2C527-B4BF-4828-BC2A-224E8DB933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3DFFFFD-C0A2-4B8C-A0FE-0560DC7F7C46}"/>
              </a:ext>
            </a:extLst>
          </p:cNvPr>
          <p:cNvPicPr>
            <a:picLocks xmlns:a="http://schemas.openxmlformats.org/drawingml/2006/main" noChangeAspect="1"/>
          </p:cNvPicPr>
          <p:nvPr/>
        </p:nvPicPr>
        <p:blipFill>
          <a:blip xmlns:r="http://schemas.openxmlformats.org/officeDocument/2006/relationships" xmlns:a="http://schemas.openxmlformats.org/drawingml/2006/main" r:embed="R0add341928a64ffb"/>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0B266FF-0EE6-4433-BE6B-739DBF3ABD41}"/>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Learning in prerequisite order</a:t>
            </a:r>
          </a:p>
        </p:txBody>
      </p:sp>
      <p:sp>
        <p:nvSpPr>
          <p:cNvPr id="5" name="folio">
            <a:extLst xmlns:a="http://schemas.openxmlformats.org/drawingml/2006/main">
              <a:ext uri="{FF2B5EF4-FFF2-40B4-BE49-F238E27FC236}">
                <a16:creationId xmlns:a16="http://schemas.microsoft.com/office/drawing/2014/main" id="{7242E5AF-9C2F-4CDD-8AD1-E9A632D86D19}"/>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07</a:t>
            </a:r>
          </a:p>
        </p:txBody>
      </p:sp>
      <p:sp>
        <p:nvSpPr>
          <p:cNvPr id="6" name="learning-head">
            <a:extLst xmlns:a="http://schemas.openxmlformats.org/drawingml/2006/main">
              <a:ext uri="{FF2B5EF4-FFF2-40B4-BE49-F238E27FC236}">
                <a16:creationId xmlns:a16="http://schemas.microsoft.com/office/drawing/2014/main" id="{5370EF36-904F-4B0F-8174-87735B5CB461}"/>
              </a:ext>
            </a:extLst>
          </p:cNvPr>
          <p:cNvSpPr>
            <a:spLocks xmlns:a="http://schemas.openxmlformats.org/drawingml/2006/main" noGrp="1"/>
          </p:cNvSpPr>
          <p:nvPr/>
        </p:nvSpPr>
        <p:spPr>
          <a:xfrm xmlns:a="http://schemas.openxmlformats.org/drawingml/2006/main">
            <a:off x="685800" y="1781175"/>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53F8B"/>
                </a:solidFill>
                <a:latin typeface="Segoe UI"/>
                <a:ea typeface="Segoe UI"/>
                <a:cs typeface="Segoe UI"/>
              </a:defRPr>
            </a:defPPr>
            <a:lvl1pPr algn="l">
              <a:defRPr sz="3450" b="1">
                <a:solidFill>
                  <a:srgbClr val="153F8B"/>
                </a:solidFill>
                <a:latin typeface="Segoe UI"/>
                <a:ea typeface="Segoe UI"/>
                <a:cs typeface="Segoe UI"/>
              </a:defRPr>
            </a:lvl1pPr>
            <a:lvl2pPr algn="l">
              <a:defRPr sz="3450" b="1">
                <a:solidFill>
                  <a:srgbClr val="153F8B"/>
                </a:solidFill>
                <a:latin typeface="Segoe UI"/>
                <a:ea typeface="Segoe UI"/>
                <a:cs typeface="Segoe UI"/>
              </a:defRPr>
            </a:lvl2pPr>
            <a:lvl3pPr algn="l">
              <a:defRPr sz="3450" b="1">
                <a:solidFill>
                  <a:srgbClr val="153F8B"/>
                </a:solidFill>
                <a:latin typeface="Segoe UI"/>
                <a:ea typeface="Segoe UI"/>
                <a:cs typeface="Segoe UI"/>
              </a:defRPr>
            </a:lvl3pPr>
            <a:lvl4pPr algn="l">
              <a:defRPr sz="3450" b="1">
                <a:solidFill>
                  <a:srgbClr val="153F8B"/>
                </a:solidFill>
                <a:latin typeface="Segoe UI"/>
                <a:ea typeface="Segoe UI"/>
                <a:cs typeface="Segoe UI"/>
              </a:defRPr>
            </a:lvl4pPr>
            <a:lvl5pPr algn="l">
              <a:defRPr sz="3450" b="1">
                <a:solidFill>
                  <a:srgbClr val="153F8B"/>
                </a:solidFill>
                <a:latin typeface="Segoe UI"/>
                <a:ea typeface="Segoe UI"/>
                <a:cs typeface="Segoe UI"/>
              </a:defRPr>
            </a:lvl5pPr>
            <a:lvl6pPr algn="l">
              <a:defRPr sz="3450" b="1">
                <a:solidFill>
                  <a:srgbClr val="153F8B"/>
                </a:solidFill>
                <a:latin typeface="Segoe UI"/>
                <a:ea typeface="Segoe UI"/>
                <a:cs typeface="Segoe UI"/>
              </a:defRPr>
            </a:lvl6pPr>
            <a:lvl7pPr algn="l">
              <a:defRPr sz="3450" b="1">
                <a:solidFill>
                  <a:srgbClr val="153F8B"/>
                </a:solidFill>
                <a:latin typeface="Segoe UI"/>
                <a:ea typeface="Segoe UI"/>
                <a:cs typeface="Segoe UI"/>
              </a:defRPr>
            </a:lvl7pPr>
            <a:lvl8pPr algn="l">
              <a:defRPr sz="3450" b="1">
                <a:solidFill>
                  <a:srgbClr val="153F8B"/>
                </a:solidFill>
                <a:latin typeface="Segoe UI"/>
                <a:ea typeface="Segoe UI"/>
                <a:cs typeface="Segoe UI"/>
              </a:defRPr>
            </a:lvl8pPr>
            <a:lvl9pPr algn="l">
              <a:defRPr sz="3450" b="1">
                <a:solidFill>
                  <a:srgbClr val="153F8B"/>
                </a:solidFill>
                <a:latin typeface="Segoe UI"/>
                <a:ea typeface="Segoe UI"/>
                <a:cs typeface="Segoe UI"/>
              </a:defRPr>
            </a:lvl9pPr>
          </a:lstStyle>
          <a:p xmlns:a="http://schemas.openxmlformats.org/drawingml/2006/main">
            <a:pPr algn="l">
              <a:defRPr sz="3450" b="1">
                <a:solidFill>
                  <a:srgbClr val="153F8B"/>
                </a:solidFill>
                <a:latin typeface="Segoe UI"/>
                <a:ea typeface="Segoe UI"/>
                <a:cs typeface="Segoe UI"/>
              </a:defRPr>
            </a:pPr>
            <a:r>
              <a:rPr sz="3450" b="1">
                <a:solidFill>
                  <a:srgbClr val="153F8B"/>
                </a:solidFill>
                <a:latin typeface="Segoe UI"/>
                <a:ea typeface="Segoe UI"/>
                <a:cs typeface="Segoe UI"/>
              </a:rPr>
              <a:t>An affordable</a:t>
            </a:r>
          </a:p>
          <a:p xmlns:a="http://schemas.openxmlformats.org/drawingml/2006/main">
            <a:pPr algn="l">
              <a:defRPr sz="3450" b="1">
                <a:solidFill>
                  <a:srgbClr val="153F8B"/>
                </a:solidFill>
                <a:latin typeface="Segoe UI"/>
                <a:ea typeface="Segoe UI"/>
                <a:cs typeface="Segoe UI"/>
              </a:defRPr>
            </a:pPr>
            <a:r>
              <a:rPr sz="3450" b="1">
                <a:solidFill>
                  <a:srgbClr val="153F8B"/>
                </a:solidFill>
                <a:latin typeface="Segoe UI"/>
                <a:ea typeface="Segoe UI"/>
                <a:cs typeface="Segoe UI"/>
              </a:rPr>
              <a:t>next step</a:t>
            </a:r>
          </a:p>
        </p:txBody>
      </p:sp>
      <p:sp>
        <p:nvSpPr>
          <p:cNvPr id="7" name="learning-detail">
            <a:extLst xmlns:a="http://schemas.openxmlformats.org/drawingml/2006/main">
              <a:ext uri="{FF2B5EF4-FFF2-40B4-BE49-F238E27FC236}">
                <a16:creationId xmlns:a16="http://schemas.microsoft.com/office/drawing/2014/main" id="{4B957EA6-A111-4ADC-A448-A783044C1397}"/>
              </a:ext>
            </a:extLst>
          </p:cNvPr>
          <p:cNvSpPr>
            <a:spLocks xmlns:a="http://schemas.openxmlformats.org/drawingml/2006/main" noGrp="1"/>
          </p:cNvSpPr>
          <p:nvPr/>
        </p:nvSpPr>
        <p:spPr>
          <a:xfrm xmlns:a="http://schemas.openxmlformats.org/drawingml/2006/main">
            <a:off x="723900" y="36385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F62"/>
                </a:solidFill>
                <a:latin typeface="Segoe UI"/>
                <a:ea typeface="Segoe UI"/>
                <a:cs typeface="Segoe UI"/>
              </a:defRPr>
            </a:defPPr>
            <a:lvl1pPr algn="l">
              <a:defRPr sz="2100" b="0">
                <a:solidFill>
                  <a:srgbClr val="334F62"/>
                </a:solidFill>
                <a:latin typeface="Segoe UI"/>
                <a:ea typeface="Segoe UI"/>
                <a:cs typeface="Segoe UI"/>
              </a:defRPr>
            </a:lvl1pPr>
            <a:lvl2pPr algn="l">
              <a:defRPr sz="2100" b="0">
                <a:solidFill>
                  <a:srgbClr val="334F62"/>
                </a:solidFill>
                <a:latin typeface="Segoe UI"/>
                <a:ea typeface="Segoe UI"/>
                <a:cs typeface="Segoe UI"/>
              </a:defRPr>
            </a:lvl2pPr>
            <a:lvl3pPr algn="l">
              <a:defRPr sz="2100" b="0">
                <a:solidFill>
                  <a:srgbClr val="334F62"/>
                </a:solidFill>
                <a:latin typeface="Segoe UI"/>
                <a:ea typeface="Segoe UI"/>
                <a:cs typeface="Segoe UI"/>
              </a:defRPr>
            </a:lvl3pPr>
            <a:lvl4pPr algn="l">
              <a:defRPr sz="2100" b="0">
                <a:solidFill>
                  <a:srgbClr val="334F62"/>
                </a:solidFill>
                <a:latin typeface="Segoe UI"/>
                <a:ea typeface="Segoe UI"/>
                <a:cs typeface="Segoe UI"/>
              </a:defRPr>
            </a:lvl4pPr>
            <a:lvl5pPr algn="l">
              <a:defRPr sz="2100" b="0">
                <a:solidFill>
                  <a:srgbClr val="334F62"/>
                </a:solidFill>
                <a:latin typeface="Segoe UI"/>
                <a:ea typeface="Segoe UI"/>
                <a:cs typeface="Segoe UI"/>
              </a:defRPr>
            </a:lvl5pPr>
            <a:lvl6pPr algn="l">
              <a:defRPr sz="2100" b="0">
                <a:solidFill>
                  <a:srgbClr val="334F62"/>
                </a:solidFill>
                <a:latin typeface="Segoe UI"/>
                <a:ea typeface="Segoe UI"/>
                <a:cs typeface="Segoe UI"/>
              </a:defRPr>
            </a:lvl6pPr>
            <a:lvl7pPr algn="l">
              <a:defRPr sz="2100" b="0">
                <a:solidFill>
                  <a:srgbClr val="334F62"/>
                </a:solidFill>
                <a:latin typeface="Segoe UI"/>
                <a:ea typeface="Segoe UI"/>
                <a:cs typeface="Segoe UI"/>
              </a:defRPr>
            </a:lvl7pPr>
            <a:lvl8pPr algn="l">
              <a:defRPr sz="2100" b="0">
                <a:solidFill>
                  <a:srgbClr val="334F62"/>
                </a:solidFill>
                <a:latin typeface="Segoe UI"/>
                <a:ea typeface="Segoe UI"/>
                <a:cs typeface="Segoe UI"/>
              </a:defRPr>
            </a:lvl8pPr>
            <a:lvl9pPr algn="l">
              <a:defRPr sz="2100" b="0">
                <a:solidFill>
                  <a:srgbClr val="334F62"/>
                </a:solidFill>
                <a:latin typeface="Segoe UI"/>
                <a:ea typeface="Segoe UI"/>
                <a:cs typeface="Segoe UI"/>
              </a:defRPr>
            </a:lvl9pPr>
          </a:lstStyle>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Foundations first</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Estimated practice hours</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Real provider resources</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Exportable plan</a:t>
            </a:r>
          </a:p>
        </p:txBody>
      </p:sp>
      <p:pic>
        <p:nvPicPr>
          <p:cNvPr id="8" name="">
            <a:extLst xmlns:a="http://schemas.openxmlformats.org/drawingml/2006/main">
              <a:ext uri="{FF2B5EF4-FFF2-40B4-BE49-F238E27FC236}">
                <a16:creationId xmlns:a16="http://schemas.microsoft.com/office/drawing/2014/main" id="{84898401-864A-4854-8C58-5ACD2139DE3A}"/>
              </a:ext>
            </a:extLst>
          </p:cNvPr>
          <p:cNvPicPr>
            <a:picLocks xmlns:a="http://schemas.openxmlformats.org/drawingml/2006/main" noChangeAspect="1"/>
          </p:cNvPicPr>
          <p:nvPr/>
        </p:nvPicPr>
        <p:blipFill>
          <a:blip xmlns:r="http://schemas.openxmlformats.org/officeDocument/2006/relationships" xmlns:a="http://schemas.openxmlformats.org/drawingml/2006/main" r:embed="R68a8a53d4c4b4ea7"/>
          <a:stretch xmlns:a="http://schemas.openxmlformats.org/drawingml/2006/main"/>
        </p:blipFill>
        <p:spPr>
          <a:xfrm xmlns:a="http://schemas.openxmlformats.org/drawingml/2006/main">
            <a:off x="5235118" y="1409700"/>
            <a:ext cx="5322215" cy="4714875"/>
          </a:xfrm>
          <a:prstGeom xmlns:a="http://schemas.openxmlformats.org/drawingml/2006/main" prst="rect">
            <a:avLst/>
          </a:prstGeom>
        </p:spPr>
      </p:pic>
      <p:sp>
        <p:nvSpPr>
          <p:cNvPr id="9" name="learning-boundary">
            <a:extLst xmlns:a="http://schemas.openxmlformats.org/drawingml/2006/main">
              <a:ext uri="{FF2B5EF4-FFF2-40B4-BE49-F238E27FC236}">
                <a16:creationId xmlns:a16="http://schemas.microsoft.com/office/drawing/2014/main" id="{275092E7-26CE-46DF-B4EA-3EDD3C0D3D72}"/>
              </a:ext>
            </a:extLst>
          </p:cNvPr>
          <p:cNvSpPr>
            <a:spLocks xmlns:a="http://schemas.openxmlformats.org/drawingml/2006/main" noGrp="1"/>
          </p:cNvSpPr>
          <p:nvPr/>
        </p:nvSpPr>
        <p:spPr>
          <a:xfrm xmlns:a="http://schemas.openxmlformats.org/drawingml/2006/main">
            <a:off x="685800" y="62579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34F62"/>
                </a:solidFill>
                <a:latin typeface="Segoe UI"/>
                <a:ea typeface="Segoe UI"/>
                <a:cs typeface="Segoe UI"/>
              </a:defRPr>
            </a:defPPr>
            <a:lvl1pPr algn="l">
              <a:defRPr sz="1500" b="0">
                <a:solidFill>
                  <a:srgbClr val="334F62"/>
                </a:solidFill>
                <a:latin typeface="Segoe UI"/>
                <a:ea typeface="Segoe UI"/>
                <a:cs typeface="Segoe UI"/>
              </a:defRPr>
            </a:lvl1pPr>
            <a:lvl2pPr algn="l">
              <a:defRPr sz="1500" b="0">
                <a:solidFill>
                  <a:srgbClr val="334F62"/>
                </a:solidFill>
                <a:latin typeface="Segoe UI"/>
                <a:ea typeface="Segoe UI"/>
                <a:cs typeface="Segoe UI"/>
              </a:defRPr>
            </a:lvl2pPr>
            <a:lvl3pPr algn="l">
              <a:defRPr sz="1500" b="0">
                <a:solidFill>
                  <a:srgbClr val="334F62"/>
                </a:solidFill>
                <a:latin typeface="Segoe UI"/>
                <a:ea typeface="Segoe UI"/>
                <a:cs typeface="Segoe UI"/>
              </a:defRPr>
            </a:lvl3pPr>
            <a:lvl4pPr algn="l">
              <a:defRPr sz="1500" b="0">
                <a:solidFill>
                  <a:srgbClr val="334F62"/>
                </a:solidFill>
                <a:latin typeface="Segoe UI"/>
                <a:ea typeface="Segoe UI"/>
                <a:cs typeface="Segoe UI"/>
              </a:defRPr>
            </a:lvl4pPr>
            <a:lvl5pPr algn="l">
              <a:defRPr sz="1500" b="0">
                <a:solidFill>
                  <a:srgbClr val="334F62"/>
                </a:solidFill>
                <a:latin typeface="Segoe UI"/>
                <a:ea typeface="Segoe UI"/>
                <a:cs typeface="Segoe UI"/>
              </a:defRPr>
            </a:lvl5pPr>
            <a:lvl6pPr algn="l">
              <a:defRPr sz="1500" b="0">
                <a:solidFill>
                  <a:srgbClr val="334F62"/>
                </a:solidFill>
                <a:latin typeface="Segoe UI"/>
                <a:ea typeface="Segoe UI"/>
                <a:cs typeface="Segoe UI"/>
              </a:defRPr>
            </a:lvl6pPr>
            <a:lvl7pPr algn="l">
              <a:defRPr sz="1500" b="0">
                <a:solidFill>
                  <a:srgbClr val="334F62"/>
                </a:solidFill>
                <a:latin typeface="Segoe UI"/>
                <a:ea typeface="Segoe UI"/>
                <a:cs typeface="Segoe UI"/>
              </a:defRPr>
            </a:lvl7pPr>
            <a:lvl8pPr algn="l">
              <a:defRPr sz="1500" b="0">
                <a:solidFill>
                  <a:srgbClr val="334F62"/>
                </a:solidFill>
                <a:latin typeface="Segoe UI"/>
                <a:ea typeface="Segoe UI"/>
                <a:cs typeface="Segoe UI"/>
              </a:defRPr>
            </a:lvl8pPr>
            <a:lvl9pPr algn="l">
              <a:defRPr sz="1500" b="0">
                <a:solidFill>
                  <a:srgbClr val="334F62"/>
                </a:solidFill>
                <a:latin typeface="Segoe UI"/>
                <a:ea typeface="Segoe UI"/>
                <a:cs typeface="Segoe UI"/>
              </a:defRPr>
            </a:lvl9pPr>
          </a:lstStyle>
          <a:p xmlns:a="http://schemas.openxmlformats.org/drawingml/2006/main">
            <a:pPr algn="l">
              <a:defRPr sz="1500" b="0">
                <a:solidFill>
                  <a:srgbClr val="334F62"/>
                </a:solidFill>
                <a:latin typeface="Segoe UI"/>
                <a:ea typeface="Segoe UI"/>
                <a:cs typeface="Segoe UI"/>
              </a:defRPr>
            </a:pPr>
            <a:r>
              <a:rPr sz="1500" b="0">
                <a:solidFill>
                  <a:srgbClr val="334F62"/>
                </a:solidFill>
                <a:latin typeface="Segoe UI"/>
                <a:ea typeface="Segoe UI"/>
                <a:cs typeface="Segoe UI"/>
              </a:rPr>
              <a:t>Activity completion does not certify proficiency. Practice hours are authored estimates.</a:t>
            </a:r>
          </a:p>
        </p:txBody>
      </p:sp>
    </p:spTree>
    <p:extLst>
      <p:ext uri="{BB962C8B-B14F-4D97-AF65-F5344CB8AC3E}">
        <p14:creationId xmlns:p14="http://schemas.microsoft.com/office/powerpoint/2010/main" val="2851297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23DE9DEE-C8A2-433C-8ABB-F675D407C815}"/>
              </a:ext>
            </a:extLst>
          </p:cNvPr>
          <p:cNvPicPr>
            <a:picLocks xmlns:a="http://schemas.openxmlformats.org/drawingml/2006/main" noChangeAspect="1"/>
          </p:cNvPicPr>
          <p:nvPr/>
        </p:nvPicPr>
        <p:blipFill>
          <a:blip xmlns:r="http://schemas.openxmlformats.org/officeDocument/2006/relationships" xmlns:a="http://schemas.openxmlformats.org/drawingml/2006/main" r:embed="R952f1a2a1c4342d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57C9DC65-345E-4420-8AFE-4D437A5C72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8597002-88EE-4012-8E0B-40BF425BEAAC}"/>
              </a:ext>
            </a:extLst>
          </p:cNvPr>
          <p:cNvPicPr>
            <a:picLocks xmlns:a="http://schemas.openxmlformats.org/drawingml/2006/main" noChangeAspect="1"/>
          </p:cNvPicPr>
          <p:nvPr/>
        </p:nvPicPr>
        <p:blipFill>
          <a:blip xmlns:r="http://schemas.openxmlformats.org/officeDocument/2006/relationships" xmlns:a="http://schemas.openxmlformats.org/drawingml/2006/main" r:embed="R5232ad590e514d9e"/>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771164A-E0CB-48B3-B324-8E880AE05197}"/>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Malaysia and the 17 SDGs</a:t>
            </a:r>
          </a:p>
        </p:txBody>
      </p:sp>
      <p:sp>
        <p:nvSpPr>
          <p:cNvPr id="5" name="folio">
            <a:extLst xmlns:a="http://schemas.openxmlformats.org/drawingml/2006/main">
              <a:ext uri="{FF2B5EF4-FFF2-40B4-BE49-F238E27FC236}">
                <a16:creationId xmlns:a16="http://schemas.microsoft.com/office/drawing/2014/main" id="{BF6F5A68-E500-4B80-8752-5457D0F88FB9}"/>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08</a:t>
            </a:r>
          </a:p>
        </p:txBody>
      </p:sp>
      <p:sp>
        <p:nvSpPr>
          <p:cNvPr id="6" name="geo-heading">
            <a:extLst xmlns:a="http://schemas.openxmlformats.org/drawingml/2006/main">
              <a:ext uri="{FF2B5EF4-FFF2-40B4-BE49-F238E27FC236}">
                <a16:creationId xmlns:a16="http://schemas.microsoft.com/office/drawing/2014/main" id="{E00A36E3-5370-4CFA-9099-55934DD9F073}"/>
              </a:ext>
            </a:extLst>
          </p:cNvPr>
          <p:cNvSpPr>
            <a:spLocks xmlns:a="http://schemas.openxmlformats.org/drawingml/2006/main" noGrp="1"/>
          </p:cNvSpPr>
          <p:nvPr/>
        </p:nvSpPr>
        <p:spPr>
          <a:xfrm xmlns:a="http://schemas.openxmlformats.org/drawingml/2006/main">
            <a:off x="685800" y="14382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3F8B"/>
                </a:solidFill>
                <a:latin typeface="Segoe UI"/>
                <a:ea typeface="Segoe UI"/>
                <a:cs typeface="Segoe UI"/>
              </a:defRPr>
            </a:defPPr>
            <a:lvl1pPr algn="l">
              <a:defRPr sz="2100" b="1">
                <a:solidFill>
                  <a:srgbClr val="153F8B"/>
                </a:solidFill>
                <a:latin typeface="Segoe UI"/>
                <a:ea typeface="Segoe UI"/>
                <a:cs typeface="Segoe UI"/>
              </a:defRPr>
            </a:lvl1pPr>
            <a:lvl2pPr algn="l">
              <a:defRPr sz="2100" b="1">
                <a:solidFill>
                  <a:srgbClr val="153F8B"/>
                </a:solidFill>
                <a:latin typeface="Segoe UI"/>
                <a:ea typeface="Segoe UI"/>
                <a:cs typeface="Segoe UI"/>
              </a:defRPr>
            </a:lvl2pPr>
            <a:lvl3pPr algn="l">
              <a:defRPr sz="2100" b="1">
                <a:solidFill>
                  <a:srgbClr val="153F8B"/>
                </a:solidFill>
                <a:latin typeface="Segoe UI"/>
                <a:ea typeface="Segoe UI"/>
                <a:cs typeface="Segoe UI"/>
              </a:defRPr>
            </a:lvl3pPr>
            <a:lvl4pPr algn="l">
              <a:defRPr sz="2100" b="1">
                <a:solidFill>
                  <a:srgbClr val="153F8B"/>
                </a:solidFill>
                <a:latin typeface="Segoe UI"/>
                <a:ea typeface="Segoe UI"/>
                <a:cs typeface="Segoe UI"/>
              </a:defRPr>
            </a:lvl4pPr>
            <a:lvl5pPr algn="l">
              <a:defRPr sz="2100" b="1">
                <a:solidFill>
                  <a:srgbClr val="153F8B"/>
                </a:solidFill>
                <a:latin typeface="Segoe UI"/>
                <a:ea typeface="Segoe UI"/>
                <a:cs typeface="Segoe UI"/>
              </a:defRPr>
            </a:lvl5pPr>
            <a:lvl6pPr algn="l">
              <a:defRPr sz="2100" b="1">
                <a:solidFill>
                  <a:srgbClr val="153F8B"/>
                </a:solidFill>
                <a:latin typeface="Segoe UI"/>
                <a:ea typeface="Segoe UI"/>
                <a:cs typeface="Segoe UI"/>
              </a:defRPr>
            </a:lvl6pPr>
            <a:lvl7pPr algn="l">
              <a:defRPr sz="2100" b="1">
                <a:solidFill>
                  <a:srgbClr val="153F8B"/>
                </a:solidFill>
                <a:latin typeface="Segoe UI"/>
                <a:ea typeface="Segoe UI"/>
                <a:cs typeface="Segoe UI"/>
              </a:defRPr>
            </a:lvl7pPr>
            <a:lvl8pPr algn="l">
              <a:defRPr sz="2100" b="1">
                <a:solidFill>
                  <a:srgbClr val="153F8B"/>
                </a:solidFill>
                <a:latin typeface="Segoe UI"/>
                <a:ea typeface="Segoe UI"/>
                <a:cs typeface="Segoe UI"/>
              </a:defRPr>
            </a:lvl8pPr>
            <a:lvl9pPr algn="l">
              <a:defRPr sz="2100" b="1">
                <a:solidFill>
                  <a:srgbClr val="153F8B"/>
                </a:solidFill>
                <a:latin typeface="Segoe UI"/>
                <a:ea typeface="Segoe UI"/>
                <a:cs typeface="Segoe UI"/>
              </a:defRPr>
            </a:lvl9pPr>
          </a:lstStyle>
          <a:p xmlns:a="http://schemas.openxmlformats.org/drawingml/2006/main">
            <a:pPr algn="l">
              <a:defRPr sz="2100" b="1">
                <a:solidFill>
                  <a:srgbClr val="153F8B"/>
                </a:solidFill>
                <a:latin typeface="Segoe UI"/>
                <a:ea typeface="Segoe UI"/>
                <a:cs typeface="Segoe UI"/>
              </a:defRPr>
            </a:pPr>
            <a:r>
              <a:rPr sz="2100" b="1">
                <a:solidFill>
                  <a:srgbClr val="153F8B"/>
                </a:solidFill>
                <a:latin typeface="Segoe UI"/>
                <a:ea typeface="Segoe UI"/>
                <a:cs typeface="Segoe UI"/>
              </a:rPr>
              <a:t>16 states and federal territories</a:t>
            </a:r>
          </a:p>
        </p:txBody>
      </p:sp>
      <p:sp>
        <p:nvSpPr>
          <p:cNvPr id="7" name="sdg-heading">
            <a:extLst xmlns:a="http://schemas.openxmlformats.org/drawingml/2006/main">
              <a:ext uri="{FF2B5EF4-FFF2-40B4-BE49-F238E27FC236}">
                <a16:creationId xmlns:a16="http://schemas.microsoft.com/office/drawing/2014/main" id="{5316F719-CCA0-4EDD-BE18-049403FAED4D}"/>
              </a:ext>
            </a:extLst>
          </p:cNvPr>
          <p:cNvSpPr>
            <a:spLocks xmlns:a="http://schemas.openxmlformats.org/drawingml/2006/main" noGrp="1"/>
          </p:cNvSpPr>
          <p:nvPr/>
        </p:nvSpPr>
        <p:spPr>
          <a:xfrm xmlns:a="http://schemas.openxmlformats.org/drawingml/2006/main">
            <a:off x="6591300" y="1438275"/>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63"/>
                </a:solidFill>
                <a:latin typeface="Segoe UI"/>
                <a:ea typeface="Segoe UI"/>
                <a:cs typeface="Segoe UI"/>
              </a:defRPr>
            </a:defPPr>
            <a:lvl1pPr algn="l">
              <a:defRPr sz="2100" b="1">
                <a:solidFill>
                  <a:srgbClr val="005A63"/>
                </a:solidFill>
                <a:latin typeface="Segoe UI"/>
                <a:ea typeface="Segoe UI"/>
                <a:cs typeface="Segoe UI"/>
              </a:defRPr>
            </a:lvl1pPr>
            <a:lvl2pPr algn="l">
              <a:defRPr sz="2100" b="1">
                <a:solidFill>
                  <a:srgbClr val="005A63"/>
                </a:solidFill>
                <a:latin typeface="Segoe UI"/>
                <a:ea typeface="Segoe UI"/>
                <a:cs typeface="Segoe UI"/>
              </a:defRPr>
            </a:lvl2pPr>
            <a:lvl3pPr algn="l">
              <a:defRPr sz="2100" b="1">
                <a:solidFill>
                  <a:srgbClr val="005A63"/>
                </a:solidFill>
                <a:latin typeface="Segoe UI"/>
                <a:ea typeface="Segoe UI"/>
                <a:cs typeface="Segoe UI"/>
              </a:defRPr>
            </a:lvl3pPr>
            <a:lvl4pPr algn="l">
              <a:defRPr sz="2100" b="1">
                <a:solidFill>
                  <a:srgbClr val="005A63"/>
                </a:solidFill>
                <a:latin typeface="Segoe UI"/>
                <a:ea typeface="Segoe UI"/>
                <a:cs typeface="Segoe UI"/>
              </a:defRPr>
            </a:lvl4pPr>
            <a:lvl5pPr algn="l">
              <a:defRPr sz="2100" b="1">
                <a:solidFill>
                  <a:srgbClr val="005A63"/>
                </a:solidFill>
                <a:latin typeface="Segoe UI"/>
                <a:ea typeface="Segoe UI"/>
                <a:cs typeface="Segoe UI"/>
              </a:defRPr>
            </a:lvl5pPr>
            <a:lvl6pPr algn="l">
              <a:defRPr sz="2100" b="1">
                <a:solidFill>
                  <a:srgbClr val="005A63"/>
                </a:solidFill>
                <a:latin typeface="Segoe UI"/>
                <a:ea typeface="Segoe UI"/>
                <a:cs typeface="Segoe UI"/>
              </a:defRPr>
            </a:lvl6pPr>
            <a:lvl7pPr algn="l">
              <a:defRPr sz="2100" b="1">
                <a:solidFill>
                  <a:srgbClr val="005A63"/>
                </a:solidFill>
                <a:latin typeface="Segoe UI"/>
                <a:ea typeface="Segoe UI"/>
                <a:cs typeface="Segoe UI"/>
              </a:defRPr>
            </a:lvl7pPr>
            <a:lvl8pPr algn="l">
              <a:defRPr sz="2100" b="1">
                <a:solidFill>
                  <a:srgbClr val="005A63"/>
                </a:solidFill>
                <a:latin typeface="Segoe UI"/>
                <a:ea typeface="Segoe UI"/>
                <a:cs typeface="Segoe UI"/>
              </a:defRPr>
            </a:lvl8pPr>
            <a:lvl9pPr algn="l">
              <a:defRPr sz="2100" b="1">
                <a:solidFill>
                  <a:srgbClr val="005A63"/>
                </a:solidFill>
                <a:latin typeface="Segoe UI"/>
                <a:ea typeface="Segoe UI"/>
                <a:cs typeface="Segoe UI"/>
              </a:defRPr>
            </a:lvl9pPr>
          </a:lstStyle>
          <a:p xmlns:a="http://schemas.openxmlformats.org/drawingml/2006/main">
            <a:pPr algn="l">
              <a:defRPr sz="2100" b="1">
                <a:solidFill>
                  <a:srgbClr val="005A63"/>
                </a:solidFill>
                <a:latin typeface="Segoe UI"/>
                <a:ea typeface="Segoe UI"/>
                <a:cs typeface="Segoe UI"/>
              </a:defRPr>
            </a:pPr>
            <a:r>
              <a:rPr sz="2100" b="1">
                <a:solidFill>
                  <a:srgbClr val="005A63"/>
                </a:solidFill>
                <a:latin typeface="Segoe UI"/>
                <a:ea typeface="Segoe UI"/>
                <a:cs typeface="Segoe UI"/>
              </a:rPr>
              <a:t>17 target-level pathways</a:t>
            </a:r>
          </a:p>
        </p:txBody>
      </p:sp>
      <p:pic>
        <p:nvPicPr>
          <p:cNvPr id="8" name="">
            <a:extLst xmlns:a="http://schemas.openxmlformats.org/drawingml/2006/main">
              <a:ext uri="{FF2B5EF4-FFF2-40B4-BE49-F238E27FC236}">
                <a16:creationId xmlns:a16="http://schemas.microsoft.com/office/drawing/2014/main" id="{D0075724-1286-43D0-B803-78A4E4A151C7}"/>
              </a:ext>
            </a:extLst>
          </p:cNvPr>
          <p:cNvPicPr>
            <a:picLocks xmlns:a="http://schemas.openxmlformats.org/drawingml/2006/main" noChangeAspect="1"/>
          </p:cNvPicPr>
          <p:nvPr/>
        </p:nvPicPr>
        <p:blipFill>
          <a:blip xmlns:r="http://schemas.openxmlformats.org/officeDocument/2006/relationships" xmlns:a="http://schemas.openxmlformats.org/drawingml/2006/main" r:embed="R4dabd3b16e7c4b00"/>
          <a:stretch xmlns:a="http://schemas.openxmlformats.org/drawingml/2006/main"/>
        </p:blipFill>
        <p:spPr>
          <a:xfrm xmlns:a="http://schemas.openxmlformats.org/drawingml/2006/main">
            <a:off x="1021323" y="2019300"/>
            <a:ext cx="4281954" cy="38004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681EB74-7906-4BF8-BC71-B104697847B3}"/>
              </a:ext>
            </a:extLst>
          </p:cNvPr>
          <p:cNvPicPr>
            <a:picLocks xmlns:a="http://schemas.openxmlformats.org/drawingml/2006/main" noChangeAspect="1"/>
          </p:cNvPicPr>
          <p:nvPr/>
        </p:nvPicPr>
        <p:blipFill>
          <a:blip xmlns:r="http://schemas.openxmlformats.org/officeDocument/2006/relationships" xmlns:a="http://schemas.openxmlformats.org/drawingml/2006/main" r:embed="R3a94c321b5c54e53"/>
          <a:stretch xmlns:a="http://schemas.openxmlformats.org/drawingml/2006/main"/>
        </p:blipFill>
        <p:spPr>
          <a:xfrm xmlns:a="http://schemas.openxmlformats.org/drawingml/2006/main">
            <a:off x="6800850" y="1971675"/>
            <a:ext cx="685800" cy="6858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2398D67-60E8-49E0-BE2E-EECD1687A4EC}"/>
              </a:ext>
            </a:extLst>
          </p:cNvPr>
          <p:cNvPicPr>
            <a:picLocks xmlns:a="http://schemas.openxmlformats.org/drawingml/2006/main" noChangeAspect="1"/>
          </p:cNvPicPr>
          <p:nvPr/>
        </p:nvPicPr>
        <p:blipFill>
          <a:blip xmlns:r="http://schemas.openxmlformats.org/officeDocument/2006/relationships" xmlns:a="http://schemas.openxmlformats.org/drawingml/2006/main" r:embed="R2acce41fb6b845cf"/>
          <a:stretch xmlns:a="http://schemas.openxmlformats.org/drawingml/2006/main"/>
        </p:blipFill>
        <p:spPr>
          <a:xfrm xmlns:a="http://schemas.openxmlformats.org/drawingml/2006/main">
            <a:off x="7629525" y="1971675"/>
            <a:ext cx="685800" cy="6858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A6E6FE7-FA93-485B-BCE2-C9D23E6B10D5}"/>
              </a:ext>
            </a:extLst>
          </p:cNvPr>
          <p:cNvPicPr>
            <a:picLocks xmlns:a="http://schemas.openxmlformats.org/drawingml/2006/main" noChangeAspect="1"/>
          </p:cNvPicPr>
          <p:nvPr/>
        </p:nvPicPr>
        <p:blipFill>
          <a:blip xmlns:r="http://schemas.openxmlformats.org/officeDocument/2006/relationships" xmlns:a="http://schemas.openxmlformats.org/drawingml/2006/main" r:embed="R4da15adae6a344e7"/>
          <a:stretch xmlns:a="http://schemas.openxmlformats.org/drawingml/2006/main"/>
        </p:blipFill>
        <p:spPr>
          <a:xfrm xmlns:a="http://schemas.openxmlformats.org/drawingml/2006/main">
            <a:off x="8458200" y="1971675"/>
            <a:ext cx="685800" cy="6858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FF53CEB-EAB0-432A-B780-23239996BD04}"/>
              </a:ext>
            </a:extLst>
          </p:cNvPr>
          <p:cNvPicPr>
            <a:picLocks xmlns:a="http://schemas.openxmlformats.org/drawingml/2006/main" noChangeAspect="1"/>
          </p:cNvPicPr>
          <p:nvPr/>
        </p:nvPicPr>
        <p:blipFill>
          <a:blip xmlns:r="http://schemas.openxmlformats.org/officeDocument/2006/relationships" xmlns:a="http://schemas.openxmlformats.org/drawingml/2006/main" r:embed="R172e9e79104944ef"/>
          <a:stretch xmlns:a="http://schemas.openxmlformats.org/drawingml/2006/main"/>
        </p:blipFill>
        <p:spPr>
          <a:xfrm xmlns:a="http://schemas.openxmlformats.org/drawingml/2006/main">
            <a:off x="7484341" y="2857500"/>
            <a:ext cx="3128817" cy="2771775"/>
          </a:xfrm>
          <a:prstGeom xmlns:a="http://schemas.openxmlformats.org/drawingml/2006/main" prst="rect">
            <a:avLst/>
          </a:prstGeom>
        </p:spPr>
      </p:pic>
      <p:sp>
        <p:nvSpPr>
          <p:cNvPr id="13" name="sdg-targets">
            <a:extLst xmlns:a="http://schemas.openxmlformats.org/drawingml/2006/main">
              <a:ext uri="{FF2B5EF4-FFF2-40B4-BE49-F238E27FC236}">
                <a16:creationId xmlns:a16="http://schemas.microsoft.com/office/drawing/2014/main" id="{E1E707BC-CFFC-4DE0-BC0A-FC18B4BD8B59}"/>
              </a:ext>
            </a:extLst>
          </p:cNvPr>
          <p:cNvSpPr>
            <a:spLocks xmlns:a="http://schemas.openxmlformats.org/drawingml/2006/main" noGrp="1"/>
          </p:cNvSpPr>
          <p:nvPr/>
        </p:nvSpPr>
        <p:spPr>
          <a:xfrm xmlns:a="http://schemas.openxmlformats.org/drawingml/2006/main">
            <a:off x="6800850" y="56959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5A63"/>
                </a:solidFill>
                <a:latin typeface="Segoe UI"/>
                <a:ea typeface="Segoe UI"/>
                <a:cs typeface="Segoe UI"/>
              </a:defRPr>
            </a:defPPr>
            <a:lvl1pPr algn="l">
              <a:defRPr sz="1500" b="1">
                <a:solidFill>
                  <a:srgbClr val="005A63"/>
                </a:solidFill>
                <a:latin typeface="Segoe UI"/>
                <a:ea typeface="Segoe UI"/>
                <a:cs typeface="Segoe UI"/>
              </a:defRPr>
            </a:lvl1pPr>
            <a:lvl2pPr algn="l">
              <a:defRPr sz="1500" b="1">
                <a:solidFill>
                  <a:srgbClr val="005A63"/>
                </a:solidFill>
                <a:latin typeface="Segoe UI"/>
                <a:ea typeface="Segoe UI"/>
                <a:cs typeface="Segoe UI"/>
              </a:defRPr>
            </a:lvl2pPr>
            <a:lvl3pPr algn="l">
              <a:defRPr sz="1500" b="1">
                <a:solidFill>
                  <a:srgbClr val="005A63"/>
                </a:solidFill>
                <a:latin typeface="Segoe UI"/>
                <a:ea typeface="Segoe UI"/>
                <a:cs typeface="Segoe UI"/>
              </a:defRPr>
            </a:lvl3pPr>
            <a:lvl4pPr algn="l">
              <a:defRPr sz="1500" b="1">
                <a:solidFill>
                  <a:srgbClr val="005A63"/>
                </a:solidFill>
                <a:latin typeface="Segoe UI"/>
                <a:ea typeface="Segoe UI"/>
                <a:cs typeface="Segoe UI"/>
              </a:defRPr>
            </a:lvl4pPr>
            <a:lvl5pPr algn="l">
              <a:defRPr sz="1500" b="1">
                <a:solidFill>
                  <a:srgbClr val="005A63"/>
                </a:solidFill>
                <a:latin typeface="Segoe UI"/>
                <a:ea typeface="Segoe UI"/>
                <a:cs typeface="Segoe UI"/>
              </a:defRPr>
            </a:lvl5pPr>
            <a:lvl6pPr algn="l">
              <a:defRPr sz="1500" b="1">
                <a:solidFill>
                  <a:srgbClr val="005A63"/>
                </a:solidFill>
                <a:latin typeface="Segoe UI"/>
                <a:ea typeface="Segoe UI"/>
                <a:cs typeface="Segoe UI"/>
              </a:defRPr>
            </a:lvl6pPr>
            <a:lvl7pPr algn="l">
              <a:defRPr sz="1500" b="1">
                <a:solidFill>
                  <a:srgbClr val="005A63"/>
                </a:solidFill>
                <a:latin typeface="Segoe UI"/>
                <a:ea typeface="Segoe UI"/>
                <a:cs typeface="Segoe UI"/>
              </a:defRPr>
            </a:lvl7pPr>
            <a:lvl8pPr algn="l">
              <a:defRPr sz="1500" b="1">
                <a:solidFill>
                  <a:srgbClr val="005A63"/>
                </a:solidFill>
                <a:latin typeface="Segoe UI"/>
                <a:ea typeface="Segoe UI"/>
                <a:cs typeface="Segoe UI"/>
              </a:defRPr>
            </a:lvl8pPr>
            <a:lvl9pPr algn="l">
              <a:defRPr sz="1500" b="1">
                <a:solidFill>
                  <a:srgbClr val="005A63"/>
                </a:solidFill>
                <a:latin typeface="Segoe UI"/>
                <a:ea typeface="Segoe UI"/>
                <a:cs typeface="Segoe UI"/>
              </a:defRPr>
            </a:lvl9pPr>
          </a:lstStyle>
          <a:p xmlns:a="http://schemas.openxmlformats.org/drawingml/2006/main">
            <a:pPr algn="l">
              <a:defRPr sz="1500" b="1">
                <a:solidFill>
                  <a:srgbClr val="005A63"/>
                </a:solidFill>
                <a:latin typeface="Segoe UI"/>
                <a:ea typeface="Segoe UI"/>
                <a:cs typeface="Segoe UI"/>
              </a:defRPr>
            </a:pPr>
            <a:r>
              <a:rPr sz="1500" b="1">
                <a:solidFill>
                  <a:srgbClr val="005A63"/>
                </a:solidFill>
                <a:latin typeface="Segoe UI"/>
                <a:ea typeface="Segoe UI"/>
                <a:cs typeface="Segoe UI"/>
              </a:rPr>
              <a:t>Targets 4.4 · 8.5 · 10.2</a:t>
            </a:r>
          </a:p>
        </p:txBody>
      </p:sp>
      <p:sp>
        <p:nvSpPr>
          <p:cNvPr id="14" name="geo-note">
            <a:extLst xmlns:a="http://schemas.openxmlformats.org/drawingml/2006/main">
              <a:ext uri="{FF2B5EF4-FFF2-40B4-BE49-F238E27FC236}">
                <a16:creationId xmlns:a16="http://schemas.microsoft.com/office/drawing/2014/main" id="{60AB1890-2738-4267-9269-AB47B3D1792F}"/>
              </a:ext>
            </a:extLst>
          </p:cNvPr>
          <p:cNvSpPr>
            <a:spLocks xmlns:a="http://schemas.openxmlformats.org/drawingml/2006/main" noGrp="1"/>
          </p:cNvSpPr>
          <p:nvPr/>
        </p:nvSpPr>
        <p:spPr>
          <a:xfrm xmlns:a="http://schemas.openxmlformats.org/drawingml/2006/main">
            <a:off x="685800" y="59531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F62"/>
                </a:solidFill>
                <a:latin typeface="Segoe UI"/>
                <a:ea typeface="Segoe UI"/>
                <a:cs typeface="Segoe UI"/>
              </a:defRPr>
            </a:defPPr>
            <a:lvl1pPr algn="l">
              <a:defRPr sz="1575" b="0">
                <a:solidFill>
                  <a:srgbClr val="334F62"/>
                </a:solidFill>
                <a:latin typeface="Segoe UI"/>
                <a:ea typeface="Segoe UI"/>
                <a:cs typeface="Segoe UI"/>
              </a:defRPr>
            </a:lvl1pPr>
            <a:lvl2pPr algn="l">
              <a:defRPr sz="1575" b="0">
                <a:solidFill>
                  <a:srgbClr val="334F62"/>
                </a:solidFill>
                <a:latin typeface="Segoe UI"/>
                <a:ea typeface="Segoe UI"/>
                <a:cs typeface="Segoe UI"/>
              </a:defRPr>
            </a:lvl2pPr>
            <a:lvl3pPr algn="l">
              <a:defRPr sz="1575" b="0">
                <a:solidFill>
                  <a:srgbClr val="334F62"/>
                </a:solidFill>
                <a:latin typeface="Segoe UI"/>
                <a:ea typeface="Segoe UI"/>
                <a:cs typeface="Segoe UI"/>
              </a:defRPr>
            </a:lvl3pPr>
            <a:lvl4pPr algn="l">
              <a:defRPr sz="1575" b="0">
                <a:solidFill>
                  <a:srgbClr val="334F62"/>
                </a:solidFill>
                <a:latin typeface="Segoe UI"/>
                <a:ea typeface="Segoe UI"/>
                <a:cs typeface="Segoe UI"/>
              </a:defRPr>
            </a:lvl4pPr>
            <a:lvl5pPr algn="l">
              <a:defRPr sz="1575" b="0">
                <a:solidFill>
                  <a:srgbClr val="334F62"/>
                </a:solidFill>
                <a:latin typeface="Segoe UI"/>
                <a:ea typeface="Segoe UI"/>
                <a:cs typeface="Segoe UI"/>
              </a:defRPr>
            </a:lvl5pPr>
            <a:lvl6pPr algn="l">
              <a:defRPr sz="1575" b="0">
                <a:solidFill>
                  <a:srgbClr val="334F62"/>
                </a:solidFill>
                <a:latin typeface="Segoe UI"/>
                <a:ea typeface="Segoe UI"/>
                <a:cs typeface="Segoe UI"/>
              </a:defRPr>
            </a:lvl6pPr>
            <a:lvl7pPr algn="l">
              <a:defRPr sz="1575" b="0">
                <a:solidFill>
                  <a:srgbClr val="334F62"/>
                </a:solidFill>
                <a:latin typeface="Segoe UI"/>
                <a:ea typeface="Segoe UI"/>
                <a:cs typeface="Segoe UI"/>
              </a:defRPr>
            </a:lvl7pPr>
            <a:lvl8pPr algn="l">
              <a:defRPr sz="1575" b="0">
                <a:solidFill>
                  <a:srgbClr val="334F62"/>
                </a:solidFill>
                <a:latin typeface="Segoe UI"/>
                <a:ea typeface="Segoe UI"/>
                <a:cs typeface="Segoe UI"/>
              </a:defRPr>
            </a:lvl8pPr>
            <a:lvl9pPr algn="l">
              <a:defRPr sz="1575" b="0">
                <a:solidFill>
                  <a:srgbClr val="334F62"/>
                </a:solidFill>
                <a:latin typeface="Segoe UI"/>
                <a:ea typeface="Segoe UI"/>
                <a:cs typeface="Segoe UI"/>
              </a:defRPr>
            </a:lvl9pPr>
          </a:lstStyle>
          <a:p xmlns:a="http://schemas.openxmlformats.org/drawingml/2006/main">
            <a:pPr algn="l">
              <a:defRPr sz="1575" b="0">
                <a:solidFill>
                  <a:srgbClr val="334F62"/>
                </a:solidFill>
                <a:latin typeface="Segoe UI"/>
                <a:ea typeface="Segoe UI"/>
                <a:cs typeface="Segoe UI"/>
              </a:defRPr>
            </a:pPr>
            <a:r>
              <a:rPr sz="1575" b="0">
                <a:solidFill>
                  <a:srgbClr val="334F62"/>
                </a:solidFill>
                <a:latin typeface="Segoe UI"/>
                <a:ea typeface="Segoe UI"/>
                <a:cs typeface="Segoe UI"/>
              </a:rPr>
              <a:t>DOSM observations: 2026 Q2</a:t>
            </a:r>
          </a:p>
        </p:txBody>
      </p:sp>
      <p:sp>
        <p:nvSpPr>
          <p:cNvPr id="15" name="sdg-note">
            <a:extLst xmlns:a="http://schemas.openxmlformats.org/drawingml/2006/main">
              <a:ext uri="{FF2B5EF4-FFF2-40B4-BE49-F238E27FC236}">
                <a16:creationId xmlns:a16="http://schemas.microsoft.com/office/drawing/2014/main" id="{2B22FBD3-845D-4FA5-A5C6-6BA5CD25A7EE}"/>
              </a:ext>
            </a:extLst>
          </p:cNvPr>
          <p:cNvSpPr>
            <a:spLocks xmlns:a="http://schemas.openxmlformats.org/drawingml/2006/main" noGrp="1"/>
          </p:cNvSpPr>
          <p:nvPr/>
        </p:nvSpPr>
        <p:spPr>
          <a:xfrm xmlns:a="http://schemas.openxmlformats.org/drawingml/2006/main">
            <a:off x="6572250" y="60769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34F62"/>
                </a:solidFill>
                <a:latin typeface="Segoe UI"/>
                <a:ea typeface="Segoe UI"/>
                <a:cs typeface="Segoe UI"/>
              </a:defRPr>
            </a:defPPr>
            <a:lvl1pPr algn="l">
              <a:defRPr sz="1425" b="0">
                <a:solidFill>
                  <a:srgbClr val="334F62"/>
                </a:solidFill>
                <a:latin typeface="Segoe UI"/>
                <a:ea typeface="Segoe UI"/>
                <a:cs typeface="Segoe UI"/>
              </a:defRPr>
            </a:lvl1pPr>
            <a:lvl2pPr algn="l">
              <a:defRPr sz="1425" b="0">
                <a:solidFill>
                  <a:srgbClr val="334F62"/>
                </a:solidFill>
                <a:latin typeface="Segoe UI"/>
                <a:ea typeface="Segoe UI"/>
                <a:cs typeface="Segoe UI"/>
              </a:defRPr>
            </a:lvl2pPr>
            <a:lvl3pPr algn="l">
              <a:defRPr sz="1425" b="0">
                <a:solidFill>
                  <a:srgbClr val="334F62"/>
                </a:solidFill>
                <a:latin typeface="Segoe UI"/>
                <a:ea typeface="Segoe UI"/>
                <a:cs typeface="Segoe UI"/>
              </a:defRPr>
            </a:lvl3pPr>
            <a:lvl4pPr algn="l">
              <a:defRPr sz="1425" b="0">
                <a:solidFill>
                  <a:srgbClr val="334F62"/>
                </a:solidFill>
                <a:latin typeface="Segoe UI"/>
                <a:ea typeface="Segoe UI"/>
                <a:cs typeface="Segoe UI"/>
              </a:defRPr>
            </a:lvl4pPr>
            <a:lvl5pPr algn="l">
              <a:defRPr sz="1425" b="0">
                <a:solidFill>
                  <a:srgbClr val="334F62"/>
                </a:solidFill>
                <a:latin typeface="Segoe UI"/>
                <a:ea typeface="Segoe UI"/>
                <a:cs typeface="Segoe UI"/>
              </a:defRPr>
            </a:lvl5pPr>
            <a:lvl6pPr algn="l">
              <a:defRPr sz="1425" b="0">
                <a:solidFill>
                  <a:srgbClr val="334F62"/>
                </a:solidFill>
                <a:latin typeface="Segoe UI"/>
                <a:ea typeface="Segoe UI"/>
                <a:cs typeface="Segoe UI"/>
              </a:defRPr>
            </a:lvl6pPr>
            <a:lvl7pPr algn="l">
              <a:defRPr sz="1425" b="0">
                <a:solidFill>
                  <a:srgbClr val="334F62"/>
                </a:solidFill>
                <a:latin typeface="Segoe UI"/>
                <a:ea typeface="Segoe UI"/>
                <a:cs typeface="Segoe UI"/>
              </a:defRPr>
            </a:lvl7pPr>
            <a:lvl8pPr algn="l">
              <a:defRPr sz="1425" b="0">
                <a:solidFill>
                  <a:srgbClr val="334F62"/>
                </a:solidFill>
                <a:latin typeface="Segoe UI"/>
                <a:ea typeface="Segoe UI"/>
                <a:cs typeface="Segoe UI"/>
              </a:defRPr>
            </a:lvl8pPr>
            <a:lvl9pPr algn="l">
              <a:defRPr sz="1425" b="0">
                <a:solidFill>
                  <a:srgbClr val="334F62"/>
                </a:solidFill>
                <a:latin typeface="Segoe UI"/>
                <a:ea typeface="Segoe UI"/>
                <a:cs typeface="Segoe UI"/>
              </a:defRPr>
            </a:lvl9pPr>
          </a:lstStyle>
          <a:p xmlns:a="http://schemas.openxmlformats.org/drawingml/2006/main">
            <a:pPr algn="l">
              <a:defRPr sz="1425" b="0">
                <a:solidFill>
                  <a:srgbClr val="334F62"/>
                </a:solidFill>
                <a:latin typeface="Segoe UI"/>
                <a:ea typeface="Segoe UI"/>
                <a:cs typeface="Segoe UI"/>
              </a:defRPr>
            </a:pPr>
            <a:r>
              <a:rPr sz="1425" b="0">
                <a:solidFill>
                  <a:srgbClr val="334F62"/>
                </a:solidFill>
                <a:latin typeface="Segoe UI"/>
                <a:ea typeface="Segoe UI"/>
                <a:cs typeface="Segoe UI"/>
              </a:rPr>
              <a:t>Intended contributions; outcomes unmeasured</a:t>
            </a:r>
          </a:p>
        </p:txBody>
      </p:sp>
    </p:spTree>
    <p:extLst>
      <p:ext uri="{BB962C8B-B14F-4D97-AF65-F5344CB8AC3E}">
        <p14:creationId xmlns:p14="http://schemas.microsoft.com/office/powerpoint/2010/main" val="10398091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2B40F46-31A2-41E0-B108-E9F7F17C7C49}"/>
              </a:ext>
            </a:extLst>
          </p:cNvPr>
          <p:cNvPicPr>
            <a:picLocks xmlns:a="http://schemas.openxmlformats.org/drawingml/2006/main" noChangeAspect="1"/>
          </p:cNvPicPr>
          <p:nvPr/>
        </p:nvPicPr>
        <p:blipFill>
          <a:blip xmlns:r="http://schemas.openxmlformats.org/officeDocument/2006/relationships" xmlns:a="http://schemas.openxmlformats.org/drawingml/2006/main" r:embed="Re3dc6b6979884b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6BA51621-CB23-4A07-8A36-DCE766C8DF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8530E8E-A2BD-4868-9664-54D18CCC9949}"/>
              </a:ext>
            </a:extLst>
          </p:cNvPr>
          <p:cNvPicPr>
            <a:picLocks xmlns:a="http://schemas.openxmlformats.org/drawingml/2006/main" noChangeAspect="1"/>
          </p:cNvPicPr>
          <p:nvPr/>
        </p:nvPicPr>
        <p:blipFill>
          <a:blip xmlns:r="http://schemas.openxmlformats.org/officeDocument/2006/relationships" xmlns:a="http://schemas.openxmlformats.org/drawingml/2006/main" r:embed="Recedef08a8714618"/>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CB43CB9B-E7BD-4568-AD95-4B6F00929166}"/>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Two uncertain adoption scenarios</a:t>
            </a:r>
          </a:p>
        </p:txBody>
      </p:sp>
      <p:sp>
        <p:nvSpPr>
          <p:cNvPr id="5" name="folio">
            <a:extLst xmlns:a="http://schemas.openxmlformats.org/drawingml/2006/main">
              <a:ext uri="{FF2B5EF4-FFF2-40B4-BE49-F238E27FC236}">
                <a16:creationId xmlns:a16="http://schemas.microsoft.com/office/drawing/2014/main" id="{F3963EE8-69A2-47E6-B70C-50D8AE446CF3}"/>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09</a:t>
            </a:r>
          </a:p>
        </p:txBody>
      </p:sp>
      <p:pic>
        <p:nvPicPr>
          <p:cNvPr id="6" name="">
            <a:extLst xmlns:a="http://schemas.openxmlformats.org/drawingml/2006/main">
              <a:ext uri="{FF2B5EF4-FFF2-40B4-BE49-F238E27FC236}">
                <a16:creationId xmlns:a16="http://schemas.microsoft.com/office/drawing/2014/main" id="{0C57DC8B-D3FD-4490-95D1-94E3DF112CEB}"/>
              </a:ext>
            </a:extLst>
          </p:cNvPr>
          <p:cNvPicPr>
            <a:picLocks xmlns:a="http://schemas.openxmlformats.org/drawingml/2006/main" noChangeAspect="1"/>
          </p:cNvPicPr>
          <p:nvPr/>
        </p:nvPicPr>
        <p:blipFill>
          <a:blip xmlns:r="http://schemas.openxmlformats.org/officeDocument/2006/relationships" xmlns:a="http://schemas.openxmlformats.org/drawingml/2006/main" r:embed="R457205294b3b484f"/>
          <a:srcRect xmlns:a="http://schemas.openxmlformats.org/drawingml/2006/main" l="21203" t="22594" r="26028" b="46496"/>
          <a:stretch xmlns:a="http://schemas.openxmlformats.org/drawingml/2006/main"/>
        </p:blipFill>
        <p:spPr>
          <a:xfrm xmlns:a="http://schemas.openxmlformats.org/drawingml/2006/main">
            <a:off x="685800" y="1524000"/>
            <a:ext cx="4714875" cy="40481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37740CF-0335-4974-92C0-F91320B5024E}"/>
              </a:ext>
            </a:extLst>
          </p:cNvPr>
          <p:cNvPicPr>
            <a:picLocks xmlns:a="http://schemas.openxmlformats.org/drawingml/2006/main" noChangeAspect="1"/>
          </p:cNvPicPr>
          <p:nvPr/>
        </p:nvPicPr>
        <p:blipFill>
          <a:blip xmlns:r="http://schemas.openxmlformats.org/officeDocument/2006/relationships" xmlns:a="http://schemas.openxmlformats.org/drawingml/2006/main" r:embed="Rbe852a90fbb54193"/>
          <a:stretch xmlns:a="http://schemas.openxmlformats.org/drawingml/2006/main"/>
        </p:blipFill>
        <p:spPr>
          <a:xfrm xmlns:a="http://schemas.openxmlformats.org/drawingml/2006/main">
            <a:off x="5791200" y="2057995"/>
            <a:ext cx="5715000" cy="3065859"/>
          </a:xfrm>
          <a:prstGeom xmlns:a="http://schemas.openxmlformats.org/drawingml/2006/main" prst="rect">
            <a:avLst/>
          </a:prstGeom>
        </p:spPr>
      </p:pic>
      <p:sp>
        <p:nvSpPr>
          <p:cNvPr id="8" name="scenario-caption">
            <a:extLst xmlns:a="http://schemas.openxmlformats.org/drawingml/2006/main">
              <a:ext uri="{FF2B5EF4-FFF2-40B4-BE49-F238E27FC236}">
                <a16:creationId xmlns:a16="http://schemas.microsoft.com/office/drawing/2014/main" id="{ADFF01E7-EC99-4CEB-9B0D-686884868B95}"/>
              </a:ext>
            </a:extLst>
          </p:cNvPr>
          <p:cNvSpPr>
            <a:spLocks xmlns:a="http://schemas.openxmlformats.org/drawingml/2006/main" noGrp="1"/>
          </p:cNvSpPr>
          <p:nvPr/>
        </p:nvSpPr>
        <p:spPr>
          <a:xfrm xmlns:a="http://schemas.openxmlformats.org/drawingml/2006/main">
            <a:off x="685800" y="56959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71F36"/>
                </a:solidFill>
                <a:latin typeface="Segoe UI"/>
                <a:ea typeface="Segoe UI"/>
                <a:cs typeface="Segoe UI"/>
              </a:defRPr>
            </a:defPPr>
            <a:lvl1pPr algn="l">
              <a:defRPr sz="2250" b="1">
                <a:solidFill>
                  <a:srgbClr val="071F36"/>
                </a:solidFill>
                <a:latin typeface="Segoe UI"/>
                <a:ea typeface="Segoe UI"/>
                <a:cs typeface="Segoe UI"/>
              </a:defRPr>
            </a:lvl1pPr>
            <a:lvl2pPr algn="l">
              <a:defRPr sz="2250" b="1">
                <a:solidFill>
                  <a:srgbClr val="071F36"/>
                </a:solidFill>
                <a:latin typeface="Segoe UI"/>
                <a:ea typeface="Segoe UI"/>
                <a:cs typeface="Segoe UI"/>
              </a:defRPr>
            </a:lvl2pPr>
            <a:lvl3pPr algn="l">
              <a:defRPr sz="2250" b="1">
                <a:solidFill>
                  <a:srgbClr val="071F36"/>
                </a:solidFill>
                <a:latin typeface="Segoe UI"/>
                <a:ea typeface="Segoe UI"/>
                <a:cs typeface="Segoe UI"/>
              </a:defRPr>
            </a:lvl3pPr>
            <a:lvl4pPr algn="l">
              <a:defRPr sz="2250" b="1">
                <a:solidFill>
                  <a:srgbClr val="071F36"/>
                </a:solidFill>
                <a:latin typeface="Segoe UI"/>
                <a:ea typeface="Segoe UI"/>
                <a:cs typeface="Segoe UI"/>
              </a:defRPr>
            </a:lvl4pPr>
            <a:lvl5pPr algn="l">
              <a:defRPr sz="2250" b="1">
                <a:solidFill>
                  <a:srgbClr val="071F36"/>
                </a:solidFill>
                <a:latin typeface="Segoe UI"/>
                <a:ea typeface="Segoe UI"/>
                <a:cs typeface="Segoe UI"/>
              </a:defRPr>
            </a:lvl5pPr>
            <a:lvl6pPr algn="l">
              <a:defRPr sz="2250" b="1">
                <a:solidFill>
                  <a:srgbClr val="071F36"/>
                </a:solidFill>
                <a:latin typeface="Segoe UI"/>
                <a:ea typeface="Segoe UI"/>
                <a:cs typeface="Segoe UI"/>
              </a:defRPr>
            </a:lvl6pPr>
            <a:lvl7pPr algn="l">
              <a:defRPr sz="2250" b="1">
                <a:solidFill>
                  <a:srgbClr val="071F36"/>
                </a:solidFill>
                <a:latin typeface="Segoe UI"/>
                <a:ea typeface="Segoe UI"/>
                <a:cs typeface="Segoe UI"/>
              </a:defRPr>
            </a:lvl7pPr>
            <a:lvl8pPr algn="l">
              <a:defRPr sz="2250" b="1">
                <a:solidFill>
                  <a:srgbClr val="071F36"/>
                </a:solidFill>
                <a:latin typeface="Segoe UI"/>
                <a:ea typeface="Segoe UI"/>
                <a:cs typeface="Segoe UI"/>
              </a:defRPr>
            </a:lvl8pPr>
            <a:lvl9pPr algn="l">
              <a:defRPr sz="2250" b="1">
                <a:solidFill>
                  <a:srgbClr val="071F36"/>
                </a:solidFill>
                <a:latin typeface="Segoe UI"/>
                <a:ea typeface="Segoe UI"/>
                <a:cs typeface="Segoe UI"/>
              </a:defRPr>
            </a:lvl9pPr>
          </a:lstStyle>
          <a:p xmlns:a="http://schemas.openxmlformats.org/drawingml/2006/main">
            <a:pPr algn="l">
              <a:defRPr sz="2250" b="1">
                <a:solidFill>
                  <a:srgbClr val="071F36"/>
                </a:solidFill>
                <a:latin typeface="Segoe UI"/>
                <a:ea typeface="Segoe UI"/>
                <a:cs typeface="Segoe UI"/>
              </a:defRPr>
            </a:pPr>
            <a:r>
              <a:rPr sz="2250" b="1">
                <a:solidFill>
                  <a:srgbClr val="071F36"/>
                </a:solidFill>
                <a:latin typeface="Segoe UI"/>
                <a:ea typeface="Segoe UI"/>
                <a:cs typeface="Segoe UI"/>
              </a:rPr>
              <a:t>Supported transition and accelerated adoption</a:t>
            </a:r>
          </a:p>
        </p:txBody>
      </p:sp>
      <p:sp>
        <p:nvSpPr>
          <p:cNvPr id="9" name="scenario-boundary">
            <a:extLst xmlns:a="http://schemas.openxmlformats.org/drawingml/2006/main">
              <a:ext uri="{FF2B5EF4-FFF2-40B4-BE49-F238E27FC236}">
                <a16:creationId xmlns:a16="http://schemas.microsoft.com/office/drawing/2014/main" id="{BDC958E4-6486-494D-B74B-BB60EB48F080}"/>
              </a:ext>
            </a:extLst>
          </p:cNvPr>
          <p:cNvSpPr>
            <a:spLocks xmlns:a="http://schemas.openxmlformats.org/drawingml/2006/main" noGrp="1"/>
          </p:cNvSpPr>
          <p:nvPr/>
        </p:nvSpPr>
        <p:spPr>
          <a:xfrm xmlns:a="http://schemas.openxmlformats.org/drawingml/2006/main">
            <a:off x="685800" y="62769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34F62"/>
                </a:solidFill>
                <a:latin typeface="Segoe UI"/>
                <a:ea typeface="Segoe UI"/>
                <a:cs typeface="Segoe UI"/>
              </a:defRPr>
            </a:defPPr>
            <a:lvl1pPr algn="l">
              <a:defRPr sz="1500" b="0">
                <a:solidFill>
                  <a:srgbClr val="334F62"/>
                </a:solidFill>
                <a:latin typeface="Segoe UI"/>
                <a:ea typeface="Segoe UI"/>
                <a:cs typeface="Segoe UI"/>
              </a:defRPr>
            </a:lvl1pPr>
            <a:lvl2pPr algn="l">
              <a:defRPr sz="1500" b="0">
                <a:solidFill>
                  <a:srgbClr val="334F62"/>
                </a:solidFill>
                <a:latin typeface="Segoe UI"/>
                <a:ea typeface="Segoe UI"/>
                <a:cs typeface="Segoe UI"/>
              </a:defRPr>
            </a:lvl2pPr>
            <a:lvl3pPr algn="l">
              <a:defRPr sz="1500" b="0">
                <a:solidFill>
                  <a:srgbClr val="334F62"/>
                </a:solidFill>
                <a:latin typeface="Segoe UI"/>
                <a:ea typeface="Segoe UI"/>
                <a:cs typeface="Segoe UI"/>
              </a:defRPr>
            </a:lvl3pPr>
            <a:lvl4pPr algn="l">
              <a:defRPr sz="1500" b="0">
                <a:solidFill>
                  <a:srgbClr val="334F62"/>
                </a:solidFill>
                <a:latin typeface="Segoe UI"/>
                <a:ea typeface="Segoe UI"/>
                <a:cs typeface="Segoe UI"/>
              </a:defRPr>
            </a:lvl4pPr>
            <a:lvl5pPr algn="l">
              <a:defRPr sz="1500" b="0">
                <a:solidFill>
                  <a:srgbClr val="334F62"/>
                </a:solidFill>
                <a:latin typeface="Segoe UI"/>
                <a:ea typeface="Segoe UI"/>
                <a:cs typeface="Segoe UI"/>
              </a:defRPr>
            </a:lvl5pPr>
            <a:lvl6pPr algn="l">
              <a:defRPr sz="1500" b="0">
                <a:solidFill>
                  <a:srgbClr val="334F62"/>
                </a:solidFill>
                <a:latin typeface="Segoe UI"/>
                <a:ea typeface="Segoe UI"/>
                <a:cs typeface="Segoe UI"/>
              </a:defRPr>
            </a:lvl6pPr>
            <a:lvl7pPr algn="l">
              <a:defRPr sz="1500" b="0">
                <a:solidFill>
                  <a:srgbClr val="334F62"/>
                </a:solidFill>
                <a:latin typeface="Segoe UI"/>
                <a:ea typeface="Segoe UI"/>
                <a:cs typeface="Segoe UI"/>
              </a:defRPr>
            </a:lvl7pPr>
            <a:lvl8pPr algn="l">
              <a:defRPr sz="1500" b="0">
                <a:solidFill>
                  <a:srgbClr val="334F62"/>
                </a:solidFill>
                <a:latin typeface="Segoe UI"/>
                <a:ea typeface="Segoe UI"/>
                <a:cs typeface="Segoe UI"/>
              </a:defRPr>
            </a:lvl8pPr>
            <a:lvl9pPr algn="l">
              <a:defRPr sz="1500" b="0">
                <a:solidFill>
                  <a:srgbClr val="334F62"/>
                </a:solidFill>
                <a:latin typeface="Segoe UI"/>
                <a:ea typeface="Segoe UI"/>
                <a:cs typeface="Segoe UI"/>
              </a:defRPr>
            </a:lvl9pPr>
          </a:lstStyle>
          <a:p xmlns:a="http://schemas.openxmlformats.org/drawingml/2006/main">
            <a:pPr algn="l">
              <a:defRPr sz="1500" b="0">
                <a:solidFill>
                  <a:srgbClr val="334F62"/>
                </a:solidFill>
                <a:latin typeface="Segoe UI"/>
                <a:ea typeface="Segoe UI"/>
                <a:cs typeface="Segoe UI"/>
              </a:defRPr>
            </a:pPr>
            <a:r>
              <a:rPr sz="1500" b="0">
                <a:solidFill>
                  <a:srgbClr val="334F62"/>
                </a:solidFill>
                <a:latin typeface="Segoe UI"/>
                <a:ea typeface="Segoe UI"/>
                <a:cs typeface="Segoe UI"/>
              </a:rPr>
              <a:t>2026–2035 · hypothetical indices · disclosed assumptions · no assigned probabilities</a:t>
            </a:r>
          </a:p>
        </p:txBody>
      </p:sp>
    </p:spTree>
    <p:extLst>
      <p:ext uri="{BB962C8B-B14F-4D97-AF65-F5344CB8AC3E}">
        <p14:creationId xmlns:p14="http://schemas.microsoft.com/office/powerpoint/2010/main" val="7716838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6548C1E-9517-4B6E-AD40-377FE4E62A6F}"/>
              </a:ext>
            </a:extLst>
          </p:cNvPr>
          <p:cNvPicPr>
            <a:picLocks xmlns:a="http://schemas.openxmlformats.org/drawingml/2006/main" noChangeAspect="1"/>
          </p:cNvPicPr>
          <p:nvPr/>
        </p:nvPicPr>
        <p:blipFill>
          <a:blip xmlns:r="http://schemas.openxmlformats.org/officeDocument/2006/relationships" xmlns:a="http://schemas.openxmlformats.org/drawingml/2006/main" r:embed="Rd5dade93652a429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C0AB4AC7-9AB1-483D-887C-6FAB27C028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8F7C10B-6CD2-45E6-8B7F-0F7F9C626928}"/>
              </a:ext>
            </a:extLst>
          </p:cNvPr>
          <p:cNvPicPr>
            <a:picLocks xmlns:a="http://schemas.openxmlformats.org/drawingml/2006/main" noChangeAspect="1"/>
          </p:cNvPicPr>
          <p:nvPr/>
        </p:nvPicPr>
        <p:blipFill>
          <a:blip xmlns:r="http://schemas.openxmlformats.org/officeDocument/2006/relationships" xmlns:a="http://schemas.openxmlformats.org/drawingml/2006/main" r:embed="R77ffba7392774802"/>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65E962A-2F73-442B-AEA4-D1DA928547A1}"/>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Atlas Quest makes exploration playable</a:t>
            </a:r>
          </a:p>
        </p:txBody>
      </p:sp>
      <p:sp>
        <p:nvSpPr>
          <p:cNvPr id="5" name="folio">
            <a:extLst xmlns:a="http://schemas.openxmlformats.org/drawingml/2006/main">
              <a:ext uri="{FF2B5EF4-FFF2-40B4-BE49-F238E27FC236}">
                <a16:creationId xmlns:a16="http://schemas.microsoft.com/office/drawing/2014/main" id="{B3033A95-EDAD-44E4-91BA-17318B7BDCEF}"/>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10</a:t>
            </a:r>
          </a:p>
        </p:txBody>
      </p:sp>
      <p:pic>
        <p:nvPicPr>
          <p:cNvPr id="6" name="">
            <a:extLst xmlns:a="http://schemas.openxmlformats.org/drawingml/2006/main">
              <a:ext uri="{FF2B5EF4-FFF2-40B4-BE49-F238E27FC236}">
                <a16:creationId xmlns:a16="http://schemas.microsoft.com/office/drawing/2014/main" id="{CA190273-13AA-441E-87CB-6901771AF22C}"/>
              </a:ext>
            </a:extLst>
          </p:cNvPr>
          <p:cNvPicPr>
            <a:picLocks xmlns:a="http://schemas.openxmlformats.org/drawingml/2006/main" noChangeAspect="1"/>
          </p:cNvPicPr>
          <p:nvPr/>
        </p:nvPicPr>
        <p:blipFill>
          <a:blip xmlns:r="http://schemas.openxmlformats.org/officeDocument/2006/relationships" xmlns:a="http://schemas.openxmlformats.org/drawingml/2006/main" r:embed="R2bdd16c913de44f8"/>
          <a:stretch xmlns:a="http://schemas.openxmlformats.org/drawingml/2006/main"/>
        </p:blipFill>
        <p:spPr>
          <a:xfrm xmlns:a="http://schemas.openxmlformats.org/drawingml/2006/main">
            <a:off x="1339610" y="1343025"/>
            <a:ext cx="6521930" cy="4981575"/>
          </a:xfrm>
          <a:prstGeom xmlns:a="http://schemas.openxmlformats.org/drawingml/2006/main" prst="rect">
            <a:avLst/>
          </a:prstGeom>
        </p:spPr>
      </p:pic>
      <p:sp>
        <p:nvSpPr>
          <p:cNvPr id="7" name="quest-count">
            <a:extLst xmlns:a="http://schemas.openxmlformats.org/drawingml/2006/main">
              <a:ext uri="{FF2B5EF4-FFF2-40B4-BE49-F238E27FC236}">
                <a16:creationId xmlns:a16="http://schemas.microsoft.com/office/drawing/2014/main" id="{8515B52A-C558-4DF0-8931-8EE597CBF6B4}"/>
              </a:ext>
            </a:extLst>
          </p:cNvPr>
          <p:cNvSpPr>
            <a:spLocks xmlns:a="http://schemas.openxmlformats.org/drawingml/2006/main" noGrp="1"/>
          </p:cNvSpPr>
          <p:nvPr/>
        </p:nvSpPr>
        <p:spPr>
          <a:xfrm xmlns:a="http://schemas.openxmlformats.org/drawingml/2006/main">
            <a:off x="8953500" y="18097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53F8B"/>
                </a:solidFill>
                <a:latin typeface="Segoe UI"/>
                <a:ea typeface="Segoe UI"/>
                <a:cs typeface="Segoe UI"/>
              </a:defRPr>
            </a:defPPr>
            <a:lvl1pPr algn="l">
              <a:defRPr sz="2775" b="1">
                <a:solidFill>
                  <a:srgbClr val="153F8B"/>
                </a:solidFill>
                <a:latin typeface="Segoe UI"/>
                <a:ea typeface="Segoe UI"/>
                <a:cs typeface="Segoe UI"/>
              </a:defRPr>
            </a:lvl1pPr>
            <a:lvl2pPr algn="l">
              <a:defRPr sz="2775" b="1">
                <a:solidFill>
                  <a:srgbClr val="153F8B"/>
                </a:solidFill>
                <a:latin typeface="Segoe UI"/>
                <a:ea typeface="Segoe UI"/>
                <a:cs typeface="Segoe UI"/>
              </a:defRPr>
            </a:lvl2pPr>
            <a:lvl3pPr algn="l">
              <a:defRPr sz="2775" b="1">
                <a:solidFill>
                  <a:srgbClr val="153F8B"/>
                </a:solidFill>
                <a:latin typeface="Segoe UI"/>
                <a:ea typeface="Segoe UI"/>
                <a:cs typeface="Segoe UI"/>
              </a:defRPr>
            </a:lvl3pPr>
            <a:lvl4pPr algn="l">
              <a:defRPr sz="2775" b="1">
                <a:solidFill>
                  <a:srgbClr val="153F8B"/>
                </a:solidFill>
                <a:latin typeface="Segoe UI"/>
                <a:ea typeface="Segoe UI"/>
                <a:cs typeface="Segoe UI"/>
              </a:defRPr>
            </a:lvl4pPr>
            <a:lvl5pPr algn="l">
              <a:defRPr sz="2775" b="1">
                <a:solidFill>
                  <a:srgbClr val="153F8B"/>
                </a:solidFill>
                <a:latin typeface="Segoe UI"/>
                <a:ea typeface="Segoe UI"/>
                <a:cs typeface="Segoe UI"/>
              </a:defRPr>
            </a:lvl5pPr>
            <a:lvl6pPr algn="l">
              <a:defRPr sz="2775" b="1">
                <a:solidFill>
                  <a:srgbClr val="153F8B"/>
                </a:solidFill>
                <a:latin typeface="Segoe UI"/>
                <a:ea typeface="Segoe UI"/>
                <a:cs typeface="Segoe UI"/>
              </a:defRPr>
            </a:lvl6pPr>
            <a:lvl7pPr algn="l">
              <a:defRPr sz="2775" b="1">
                <a:solidFill>
                  <a:srgbClr val="153F8B"/>
                </a:solidFill>
                <a:latin typeface="Segoe UI"/>
                <a:ea typeface="Segoe UI"/>
                <a:cs typeface="Segoe UI"/>
              </a:defRPr>
            </a:lvl7pPr>
            <a:lvl8pPr algn="l">
              <a:defRPr sz="2775" b="1">
                <a:solidFill>
                  <a:srgbClr val="153F8B"/>
                </a:solidFill>
                <a:latin typeface="Segoe UI"/>
                <a:ea typeface="Segoe UI"/>
                <a:cs typeface="Segoe UI"/>
              </a:defRPr>
            </a:lvl8pPr>
            <a:lvl9pPr algn="l">
              <a:defRPr sz="2775" b="1">
                <a:solidFill>
                  <a:srgbClr val="153F8B"/>
                </a:solidFill>
                <a:latin typeface="Segoe UI"/>
                <a:ea typeface="Segoe UI"/>
                <a:cs typeface="Segoe UI"/>
              </a:defRPr>
            </a:lvl9pPr>
          </a:lstStyle>
          <a:p xmlns:a="http://schemas.openxmlformats.org/drawingml/2006/main">
            <a:pPr algn="l">
              <a:defRPr sz="2775" b="1">
                <a:solidFill>
                  <a:srgbClr val="153F8B"/>
                </a:solidFill>
                <a:latin typeface="Segoe UI"/>
                <a:ea typeface="Segoe UI"/>
                <a:cs typeface="Segoe UI"/>
              </a:defRPr>
            </a:pPr>
            <a:r>
              <a:rPr sz="2775" b="1">
                <a:solidFill>
                  <a:srgbClr val="153F8B"/>
                </a:solidFill>
                <a:latin typeface="Segoe UI"/>
                <a:ea typeface="Segoe UI"/>
                <a:cs typeface="Segoe UI"/>
              </a:rPr>
              <a:t>5 discoveries</a:t>
            </a:r>
          </a:p>
        </p:txBody>
      </p:sp>
      <p:sp>
        <p:nvSpPr>
          <p:cNvPr id="8" name="quest-reward">
            <a:extLst xmlns:a="http://schemas.openxmlformats.org/drawingml/2006/main">
              <a:ext uri="{FF2B5EF4-FFF2-40B4-BE49-F238E27FC236}">
                <a16:creationId xmlns:a16="http://schemas.microsoft.com/office/drawing/2014/main" id="{52767590-8CCB-4D17-BFCC-484D37D426A3}"/>
              </a:ext>
            </a:extLst>
          </p:cNvPr>
          <p:cNvSpPr>
            <a:spLocks xmlns:a="http://schemas.openxmlformats.org/drawingml/2006/main" noGrp="1"/>
          </p:cNvSpPr>
          <p:nvPr/>
        </p:nvSpPr>
        <p:spPr>
          <a:xfrm xmlns:a="http://schemas.openxmlformats.org/drawingml/2006/main">
            <a:off x="8991600" y="2952750"/>
            <a:ext cx="2524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F62"/>
                </a:solidFill>
                <a:latin typeface="Segoe UI"/>
                <a:ea typeface="Segoe UI"/>
                <a:cs typeface="Segoe UI"/>
              </a:defRPr>
            </a:defPPr>
            <a:lvl1pPr algn="l">
              <a:defRPr sz="2100" b="0">
                <a:solidFill>
                  <a:srgbClr val="334F62"/>
                </a:solidFill>
                <a:latin typeface="Segoe UI"/>
                <a:ea typeface="Segoe UI"/>
                <a:cs typeface="Segoe UI"/>
              </a:defRPr>
            </a:lvl1pPr>
            <a:lvl2pPr algn="l">
              <a:defRPr sz="2100" b="0">
                <a:solidFill>
                  <a:srgbClr val="334F62"/>
                </a:solidFill>
                <a:latin typeface="Segoe UI"/>
                <a:ea typeface="Segoe UI"/>
                <a:cs typeface="Segoe UI"/>
              </a:defRPr>
            </a:lvl2pPr>
            <a:lvl3pPr algn="l">
              <a:defRPr sz="2100" b="0">
                <a:solidFill>
                  <a:srgbClr val="334F62"/>
                </a:solidFill>
                <a:latin typeface="Segoe UI"/>
                <a:ea typeface="Segoe UI"/>
                <a:cs typeface="Segoe UI"/>
              </a:defRPr>
            </a:lvl3pPr>
            <a:lvl4pPr algn="l">
              <a:defRPr sz="2100" b="0">
                <a:solidFill>
                  <a:srgbClr val="334F62"/>
                </a:solidFill>
                <a:latin typeface="Segoe UI"/>
                <a:ea typeface="Segoe UI"/>
                <a:cs typeface="Segoe UI"/>
              </a:defRPr>
            </a:lvl4pPr>
            <a:lvl5pPr algn="l">
              <a:defRPr sz="2100" b="0">
                <a:solidFill>
                  <a:srgbClr val="334F62"/>
                </a:solidFill>
                <a:latin typeface="Segoe UI"/>
                <a:ea typeface="Segoe UI"/>
                <a:cs typeface="Segoe UI"/>
              </a:defRPr>
            </a:lvl5pPr>
            <a:lvl6pPr algn="l">
              <a:defRPr sz="2100" b="0">
                <a:solidFill>
                  <a:srgbClr val="334F62"/>
                </a:solidFill>
                <a:latin typeface="Segoe UI"/>
                <a:ea typeface="Segoe UI"/>
                <a:cs typeface="Segoe UI"/>
              </a:defRPr>
            </a:lvl6pPr>
            <a:lvl7pPr algn="l">
              <a:defRPr sz="2100" b="0">
                <a:solidFill>
                  <a:srgbClr val="334F62"/>
                </a:solidFill>
                <a:latin typeface="Segoe UI"/>
                <a:ea typeface="Segoe UI"/>
                <a:cs typeface="Segoe UI"/>
              </a:defRPr>
            </a:lvl7pPr>
            <a:lvl8pPr algn="l">
              <a:defRPr sz="2100" b="0">
                <a:solidFill>
                  <a:srgbClr val="334F62"/>
                </a:solidFill>
                <a:latin typeface="Segoe UI"/>
                <a:ea typeface="Segoe UI"/>
                <a:cs typeface="Segoe UI"/>
              </a:defRPr>
            </a:lvl8pPr>
            <a:lvl9pPr algn="l">
              <a:defRPr sz="2100" b="0">
                <a:solidFill>
                  <a:srgbClr val="334F62"/>
                </a:solidFill>
                <a:latin typeface="Segoe UI"/>
                <a:ea typeface="Segoe UI"/>
                <a:cs typeface="Segoe UI"/>
              </a:defRPr>
            </a:lvl9pPr>
          </a:lstStyle>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Unique badges</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Saved passport</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Outfits and companions</a:t>
            </a:r>
          </a:p>
        </p:txBody>
      </p:sp>
      <p:sp>
        <p:nvSpPr>
          <p:cNvPr id="9" name="quest-boundary">
            <a:extLst xmlns:a="http://schemas.openxmlformats.org/drawingml/2006/main">
              <a:ext uri="{FF2B5EF4-FFF2-40B4-BE49-F238E27FC236}">
                <a16:creationId xmlns:a16="http://schemas.microsoft.com/office/drawing/2014/main" id="{49D4F4DC-57CB-44E8-B1AD-B3829C6361B6}"/>
              </a:ext>
            </a:extLst>
          </p:cNvPr>
          <p:cNvSpPr>
            <a:spLocks xmlns:a="http://schemas.openxmlformats.org/drawingml/2006/main" noGrp="1"/>
          </p:cNvSpPr>
          <p:nvPr/>
        </p:nvSpPr>
        <p:spPr>
          <a:xfrm xmlns:a="http://schemas.openxmlformats.org/drawingml/2006/main">
            <a:off x="8953500" y="5391150"/>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5A63"/>
                </a:solidFill>
                <a:latin typeface="Segoe UI"/>
                <a:ea typeface="Segoe UI"/>
                <a:cs typeface="Segoe UI"/>
              </a:defRPr>
            </a:defPPr>
            <a:lvl1pPr algn="l">
              <a:defRPr sz="1800" b="1">
                <a:solidFill>
                  <a:srgbClr val="005A63"/>
                </a:solidFill>
                <a:latin typeface="Segoe UI"/>
                <a:ea typeface="Segoe UI"/>
                <a:cs typeface="Segoe UI"/>
              </a:defRPr>
            </a:lvl1pPr>
            <a:lvl2pPr algn="l">
              <a:defRPr sz="1800" b="1">
                <a:solidFill>
                  <a:srgbClr val="005A63"/>
                </a:solidFill>
                <a:latin typeface="Segoe UI"/>
                <a:ea typeface="Segoe UI"/>
                <a:cs typeface="Segoe UI"/>
              </a:defRPr>
            </a:lvl2pPr>
            <a:lvl3pPr algn="l">
              <a:defRPr sz="1800" b="1">
                <a:solidFill>
                  <a:srgbClr val="005A63"/>
                </a:solidFill>
                <a:latin typeface="Segoe UI"/>
                <a:ea typeface="Segoe UI"/>
                <a:cs typeface="Segoe UI"/>
              </a:defRPr>
            </a:lvl3pPr>
            <a:lvl4pPr algn="l">
              <a:defRPr sz="1800" b="1">
                <a:solidFill>
                  <a:srgbClr val="005A63"/>
                </a:solidFill>
                <a:latin typeface="Segoe UI"/>
                <a:ea typeface="Segoe UI"/>
                <a:cs typeface="Segoe UI"/>
              </a:defRPr>
            </a:lvl4pPr>
            <a:lvl5pPr algn="l">
              <a:defRPr sz="1800" b="1">
                <a:solidFill>
                  <a:srgbClr val="005A63"/>
                </a:solidFill>
                <a:latin typeface="Segoe UI"/>
                <a:ea typeface="Segoe UI"/>
                <a:cs typeface="Segoe UI"/>
              </a:defRPr>
            </a:lvl5pPr>
            <a:lvl6pPr algn="l">
              <a:defRPr sz="1800" b="1">
                <a:solidFill>
                  <a:srgbClr val="005A63"/>
                </a:solidFill>
                <a:latin typeface="Segoe UI"/>
                <a:ea typeface="Segoe UI"/>
                <a:cs typeface="Segoe UI"/>
              </a:defRPr>
            </a:lvl6pPr>
            <a:lvl7pPr algn="l">
              <a:defRPr sz="1800" b="1">
                <a:solidFill>
                  <a:srgbClr val="005A63"/>
                </a:solidFill>
                <a:latin typeface="Segoe UI"/>
                <a:ea typeface="Segoe UI"/>
                <a:cs typeface="Segoe UI"/>
              </a:defRPr>
            </a:lvl7pPr>
            <a:lvl8pPr algn="l">
              <a:defRPr sz="1800" b="1">
                <a:solidFill>
                  <a:srgbClr val="005A63"/>
                </a:solidFill>
                <a:latin typeface="Segoe UI"/>
                <a:ea typeface="Segoe UI"/>
                <a:cs typeface="Segoe UI"/>
              </a:defRPr>
            </a:lvl8pPr>
            <a:lvl9pPr algn="l">
              <a:defRPr sz="1800" b="1">
                <a:solidFill>
                  <a:srgbClr val="005A63"/>
                </a:solidFill>
                <a:latin typeface="Segoe UI"/>
                <a:ea typeface="Segoe UI"/>
                <a:cs typeface="Segoe UI"/>
              </a:defRPr>
            </a:lvl9pPr>
          </a:lstStyle>
          <a:p xmlns:a="http://schemas.openxmlformats.org/drawingml/2006/main">
            <a:pPr algn="l">
              <a:defRPr sz="1800" b="1">
                <a:solidFill>
                  <a:srgbClr val="005A63"/>
                </a:solidFill>
                <a:latin typeface="Segoe UI"/>
                <a:ea typeface="Segoe UI"/>
                <a:cs typeface="Segoe UI"/>
              </a:defRPr>
            </a:pPr>
            <a:r>
              <a:rPr sz="1800" b="1">
                <a:solidFill>
                  <a:srgbClr val="005A63"/>
                </a:solidFill>
                <a:latin typeface="Segoe UI"/>
                <a:ea typeface="Segoe UI"/>
                <a:cs typeface="Segoe UI"/>
              </a:rPr>
              <a:t>Activity badges.</a:t>
            </a:r>
          </a:p>
          <a:p xmlns:a="http://schemas.openxmlformats.org/drawingml/2006/main">
            <a:pPr algn="l">
              <a:defRPr sz="1800" b="1">
                <a:solidFill>
                  <a:srgbClr val="005A63"/>
                </a:solidFill>
                <a:latin typeface="Segoe UI"/>
                <a:ea typeface="Segoe UI"/>
                <a:cs typeface="Segoe UI"/>
              </a:defRPr>
            </a:pPr>
            <a:r>
              <a:rPr sz="1800" b="1">
                <a:solidFill>
                  <a:srgbClr val="005A63"/>
                </a:solidFill>
                <a:latin typeface="Segoe UI"/>
                <a:ea typeface="Segoe UI"/>
                <a:cs typeface="Segoe UI"/>
              </a:rPr>
              <a:t>Scores unchanged.</a:t>
            </a:r>
          </a:p>
        </p:txBody>
      </p:sp>
    </p:spTree>
    <p:extLst>
      <p:ext uri="{BB962C8B-B14F-4D97-AF65-F5344CB8AC3E}">
        <p14:creationId xmlns:p14="http://schemas.microsoft.com/office/powerpoint/2010/main" val="20809827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5A9F37F-6065-4124-8026-5150770789E7}"/>
              </a:ext>
            </a:extLst>
          </p:cNvPr>
          <p:cNvPicPr>
            <a:picLocks xmlns:a="http://schemas.openxmlformats.org/drawingml/2006/main" noChangeAspect="1"/>
          </p:cNvPicPr>
          <p:nvPr/>
        </p:nvPicPr>
        <p:blipFill>
          <a:blip xmlns:r="http://schemas.openxmlformats.org/officeDocument/2006/relationships" xmlns:a="http://schemas.openxmlformats.org/drawingml/2006/main" r:embed="R27c16c311f274b0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6E910155-CC45-4021-8F56-B89915794F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0C0FDB8-966D-4B7E-87D0-CBAEB9963C28}"/>
              </a:ext>
            </a:extLst>
          </p:cNvPr>
          <p:cNvPicPr>
            <a:picLocks xmlns:a="http://schemas.openxmlformats.org/drawingml/2006/main" noChangeAspect="1"/>
          </p:cNvPicPr>
          <p:nvPr/>
        </p:nvPicPr>
        <p:blipFill>
          <a:blip xmlns:r="http://schemas.openxmlformats.org/officeDocument/2006/relationships" xmlns:a="http://schemas.openxmlformats.org/drawingml/2006/main" r:embed="Rb1664194a4e34641"/>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C4EEF760-341E-4D68-97A1-AE8F137ABCC5}"/>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Career Council: one AI, four perspectives</a:t>
            </a:r>
          </a:p>
        </p:txBody>
      </p:sp>
      <p:sp>
        <p:nvSpPr>
          <p:cNvPr id="5" name="folio">
            <a:extLst xmlns:a="http://schemas.openxmlformats.org/drawingml/2006/main">
              <a:ext uri="{FF2B5EF4-FFF2-40B4-BE49-F238E27FC236}">
                <a16:creationId xmlns:a16="http://schemas.microsoft.com/office/drawing/2014/main" id="{791D7F3A-FE6F-4224-BB9B-834B17BC4712}"/>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11</a:t>
            </a:r>
          </a:p>
        </p:txBody>
      </p:sp>
      <p:pic>
        <p:nvPicPr>
          <p:cNvPr id="6" name="">
            <a:extLst xmlns:a="http://schemas.openxmlformats.org/drawingml/2006/main">
              <a:ext uri="{FF2B5EF4-FFF2-40B4-BE49-F238E27FC236}">
                <a16:creationId xmlns:a16="http://schemas.microsoft.com/office/drawing/2014/main" id="{90031EA5-113C-431A-BACC-C2ADD173E15C}"/>
              </a:ext>
            </a:extLst>
          </p:cNvPr>
          <p:cNvPicPr>
            <a:picLocks xmlns:a="http://schemas.openxmlformats.org/drawingml/2006/main" noChangeAspect="1"/>
          </p:cNvPicPr>
          <p:nvPr/>
        </p:nvPicPr>
        <p:blipFill>
          <a:blip xmlns:r="http://schemas.openxmlformats.org/officeDocument/2006/relationships" xmlns:a="http://schemas.openxmlformats.org/drawingml/2006/main" r:embed="R9d633e8c4e24423c"/>
          <a:stretch xmlns:a="http://schemas.openxmlformats.org/drawingml/2006/main"/>
        </p:blipFill>
        <p:spPr>
          <a:xfrm xmlns:a="http://schemas.openxmlformats.org/drawingml/2006/main">
            <a:off x="836613" y="1504950"/>
            <a:ext cx="5651500" cy="4238625"/>
          </a:xfrm>
          <a:prstGeom xmlns:a="http://schemas.openxmlformats.org/drawingml/2006/main" prst="rect">
            <a:avLst/>
          </a:prstGeom>
        </p:spPr>
      </p:pic>
      <p:sp>
        <p:nvSpPr>
          <p:cNvPr id="7" name="council-sub">
            <a:extLst xmlns:a="http://schemas.openxmlformats.org/drawingml/2006/main">
              <a:ext uri="{FF2B5EF4-FFF2-40B4-BE49-F238E27FC236}">
                <a16:creationId xmlns:a16="http://schemas.microsoft.com/office/drawing/2014/main" id="{A3532292-0A84-445F-B070-F01680DC689F}"/>
              </a:ext>
            </a:extLst>
          </p:cNvPr>
          <p:cNvSpPr>
            <a:spLocks xmlns:a="http://schemas.openxmlformats.org/drawingml/2006/main" noGrp="1"/>
          </p:cNvSpPr>
          <p:nvPr/>
        </p:nvSpPr>
        <p:spPr>
          <a:xfrm xmlns:a="http://schemas.openxmlformats.org/drawingml/2006/main">
            <a:off x="7048500" y="16002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71F36"/>
                </a:solidFill>
                <a:latin typeface="Segoe UI"/>
                <a:ea typeface="Segoe UI"/>
                <a:cs typeface="Segoe UI"/>
              </a:defRPr>
            </a:defPPr>
            <a:lvl1pPr algn="l">
              <a:defRPr sz="2325" b="1">
                <a:solidFill>
                  <a:srgbClr val="071F36"/>
                </a:solidFill>
                <a:latin typeface="Segoe UI"/>
                <a:ea typeface="Segoe UI"/>
                <a:cs typeface="Segoe UI"/>
              </a:defRPr>
            </a:lvl1pPr>
            <a:lvl2pPr algn="l">
              <a:defRPr sz="2325" b="1">
                <a:solidFill>
                  <a:srgbClr val="071F36"/>
                </a:solidFill>
                <a:latin typeface="Segoe UI"/>
                <a:ea typeface="Segoe UI"/>
                <a:cs typeface="Segoe UI"/>
              </a:defRPr>
            </a:lvl2pPr>
            <a:lvl3pPr algn="l">
              <a:defRPr sz="2325" b="1">
                <a:solidFill>
                  <a:srgbClr val="071F36"/>
                </a:solidFill>
                <a:latin typeface="Segoe UI"/>
                <a:ea typeface="Segoe UI"/>
                <a:cs typeface="Segoe UI"/>
              </a:defRPr>
            </a:lvl3pPr>
            <a:lvl4pPr algn="l">
              <a:defRPr sz="2325" b="1">
                <a:solidFill>
                  <a:srgbClr val="071F36"/>
                </a:solidFill>
                <a:latin typeface="Segoe UI"/>
                <a:ea typeface="Segoe UI"/>
                <a:cs typeface="Segoe UI"/>
              </a:defRPr>
            </a:lvl4pPr>
            <a:lvl5pPr algn="l">
              <a:defRPr sz="2325" b="1">
                <a:solidFill>
                  <a:srgbClr val="071F36"/>
                </a:solidFill>
                <a:latin typeface="Segoe UI"/>
                <a:ea typeface="Segoe UI"/>
                <a:cs typeface="Segoe UI"/>
              </a:defRPr>
            </a:lvl5pPr>
            <a:lvl6pPr algn="l">
              <a:defRPr sz="2325" b="1">
                <a:solidFill>
                  <a:srgbClr val="071F36"/>
                </a:solidFill>
                <a:latin typeface="Segoe UI"/>
                <a:ea typeface="Segoe UI"/>
                <a:cs typeface="Segoe UI"/>
              </a:defRPr>
            </a:lvl6pPr>
            <a:lvl7pPr algn="l">
              <a:defRPr sz="2325" b="1">
                <a:solidFill>
                  <a:srgbClr val="071F36"/>
                </a:solidFill>
                <a:latin typeface="Segoe UI"/>
                <a:ea typeface="Segoe UI"/>
                <a:cs typeface="Segoe UI"/>
              </a:defRPr>
            </a:lvl7pPr>
            <a:lvl8pPr algn="l">
              <a:defRPr sz="2325" b="1">
                <a:solidFill>
                  <a:srgbClr val="071F36"/>
                </a:solidFill>
                <a:latin typeface="Segoe UI"/>
                <a:ea typeface="Segoe UI"/>
                <a:cs typeface="Segoe UI"/>
              </a:defRPr>
            </a:lvl8pPr>
            <a:lvl9pPr algn="l">
              <a:defRPr sz="2325" b="1">
                <a:solidFill>
                  <a:srgbClr val="071F36"/>
                </a:solidFill>
                <a:latin typeface="Segoe UI"/>
                <a:ea typeface="Segoe UI"/>
                <a:cs typeface="Segoe UI"/>
              </a:defRPr>
            </a:lvl9pPr>
          </a:lstStyle>
          <a:p xmlns:a="http://schemas.openxmlformats.org/drawingml/2006/main">
            <a:pPr algn="l">
              <a:defRPr sz="2325" b="1">
                <a:solidFill>
                  <a:srgbClr val="071F36"/>
                </a:solidFill>
                <a:latin typeface="Segoe UI"/>
                <a:ea typeface="Segoe UI"/>
                <a:cs typeface="Segoe UI"/>
              </a:defRPr>
            </a:pPr>
            <a:r>
              <a:rPr sz="2325" b="1">
                <a:solidFill>
                  <a:srgbClr val="071F36"/>
                </a:solidFill>
                <a:latin typeface="Segoe UI"/>
                <a:ea typeface="Segoe UI"/>
                <a:cs typeface="Segoe UI"/>
              </a:rPr>
              <a:t>One model. Four perspectives.</a:t>
            </a:r>
          </a:p>
        </p:txBody>
      </p:sp>
      <p:sp>
        <p:nvSpPr>
          <p:cNvPr id="8" name="council-stages">
            <a:extLst xmlns:a="http://schemas.openxmlformats.org/drawingml/2006/main">
              <a:ext uri="{FF2B5EF4-FFF2-40B4-BE49-F238E27FC236}">
                <a16:creationId xmlns:a16="http://schemas.microsoft.com/office/drawing/2014/main" id="{824E94E0-13B9-4B0A-93EC-5AC8ED76D543}"/>
              </a:ext>
            </a:extLst>
          </p:cNvPr>
          <p:cNvSpPr>
            <a:spLocks xmlns:a="http://schemas.openxmlformats.org/drawingml/2006/main" noGrp="1"/>
          </p:cNvSpPr>
          <p:nvPr/>
        </p:nvSpPr>
        <p:spPr>
          <a:xfrm xmlns:a="http://schemas.openxmlformats.org/drawingml/2006/main">
            <a:off x="7086600" y="2600325"/>
            <a:ext cx="4286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63"/>
                </a:solidFill>
                <a:latin typeface="Segoe UI"/>
                <a:ea typeface="Segoe UI"/>
                <a:cs typeface="Segoe UI"/>
              </a:defRPr>
            </a:defPPr>
            <a:lvl1pPr algn="l">
              <a:defRPr sz="2100" b="1">
                <a:solidFill>
                  <a:srgbClr val="005A63"/>
                </a:solidFill>
                <a:latin typeface="Segoe UI"/>
                <a:ea typeface="Segoe UI"/>
                <a:cs typeface="Segoe UI"/>
              </a:defRPr>
            </a:lvl1pPr>
            <a:lvl2pPr algn="l">
              <a:defRPr sz="2100" b="1">
                <a:solidFill>
                  <a:srgbClr val="005A63"/>
                </a:solidFill>
                <a:latin typeface="Segoe UI"/>
                <a:ea typeface="Segoe UI"/>
                <a:cs typeface="Segoe UI"/>
              </a:defRPr>
            </a:lvl2pPr>
            <a:lvl3pPr algn="l">
              <a:defRPr sz="2100" b="1">
                <a:solidFill>
                  <a:srgbClr val="005A63"/>
                </a:solidFill>
                <a:latin typeface="Segoe UI"/>
                <a:ea typeface="Segoe UI"/>
                <a:cs typeface="Segoe UI"/>
              </a:defRPr>
            </a:lvl3pPr>
            <a:lvl4pPr algn="l">
              <a:defRPr sz="2100" b="1">
                <a:solidFill>
                  <a:srgbClr val="005A63"/>
                </a:solidFill>
                <a:latin typeface="Segoe UI"/>
                <a:ea typeface="Segoe UI"/>
                <a:cs typeface="Segoe UI"/>
              </a:defRPr>
            </a:lvl4pPr>
            <a:lvl5pPr algn="l">
              <a:defRPr sz="2100" b="1">
                <a:solidFill>
                  <a:srgbClr val="005A63"/>
                </a:solidFill>
                <a:latin typeface="Segoe UI"/>
                <a:ea typeface="Segoe UI"/>
                <a:cs typeface="Segoe UI"/>
              </a:defRPr>
            </a:lvl5pPr>
            <a:lvl6pPr algn="l">
              <a:defRPr sz="2100" b="1">
                <a:solidFill>
                  <a:srgbClr val="005A63"/>
                </a:solidFill>
                <a:latin typeface="Segoe UI"/>
                <a:ea typeface="Segoe UI"/>
                <a:cs typeface="Segoe UI"/>
              </a:defRPr>
            </a:lvl6pPr>
            <a:lvl7pPr algn="l">
              <a:defRPr sz="2100" b="1">
                <a:solidFill>
                  <a:srgbClr val="005A63"/>
                </a:solidFill>
                <a:latin typeface="Segoe UI"/>
                <a:ea typeface="Segoe UI"/>
                <a:cs typeface="Segoe UI"/>
              </a:defRPr>
            </a:lvl7pPr>
            <a:lvl8pPr algn="l">
              <a:defRPr sz="2100" b="1">
                <a:solidFill>
                  <a:srgbClr val="005A63"/>
                </a:solidFill>
                <a:latin typeface="Segoe UI"/>
                <a:ea typeface="Segoe UI"/>
                <a:cs typeface="Segoe UI"/>
              </a:defRPr>
            </a:lvl8pPr>
            <a:lvl9pPr algn="l">
              <a:defRPr sz="2100" b="1">
                <a:solidFill>
                  <a:srgbClr val="005A63"/>
                </a:solidFill>
                <a:latin typeface="Segoe UI"/>
                <a:ea typeface="Segoe UI"/>
                <a:cs typeface="Segoe UI"/>
              </a:defRPr>
            </a:lvl9pPr>
          </a:lstStyle>
          <a:p xmlns:a="http://schemas.openxmlformats.org/drawingml/2006/main">
            <a:pPr algn="l">
              <a:defRPr sz="2100" b="1">
                <a:solidFill>
                  <a:srgbClr val="005A63"/>
                </a:solidFill>
                <a:latin typeface="Segoe UI"/>
                <a:ea typeface="Segoe UI"/>
                <a:cs typeface="Segoe UI"/>
              </a:defRPr>
            </a:pPr>
            <a:r>
              <a:rPr sz="2100" b="1">
                <a:solidFill>
                  <a:srgbClr val="005A63"/>
                </a:solidFill>
                <a:latin typeface="Segoe UI"/>
                <a:ea typeface="Segoe UI"/>
                <a:cs typeface="Segoe UI"/>
              </a:rPr>
              <a:t>01  Profile reviewer</a:t>
            </a:r>
          </a:p>
          <a:p xmlns:a="http://schemas.openxmlformats.org/drawingml/2006/main">
            <a:pPr algn="l">
              <a:defRPr sz="2100" b="1">
                <a:solidFill>
                  <a:srgbClr val="005A63"/>
                </a:solidFill>
                <a:latin typeface="Segoe UI"/>
                <a:ea typeface="Segoe UI"/>
                <a:cs typeface="Segoe UI"/>
              </a:defRPr>
            </a:pPr>
            <a:r>
              <a:rPr sz="2100" b="1">
                <a:solidFill>
                  <a:srgbClr val="005A63"/>
                </a:solidFill>
                <a:latin typeface="Segoe UI"/>
                <a:ea typeface="Segoe UI"/>
                <a:cs typeface="Segoe UI"/>
              </a:rPr>
              <a:t>02  Role explorer</a:t>
            </a:r>
          </a:p>
          <a:p xmlns:a="http://schemas.openxmlformats.org/drawingml/2006/main">
            <a:pPr algn="l">
              <a:defRPr sz="2100" b="1">
                <a:solidFill>
                  <a:srgbClr val="005A63"/>
                </a:solidFill>
                <a:latin typeface="Segoe UI"/>
                <a:ea typeface="Segoe UI"/>
                <a:cs typeface="Segoe UI"/>
              </a:defRPr>
            </a:pPr>
            <a:r>
              <a:rPr sz="2100" b="1">
                <a:solidFill>
                  <a:srgbClr val="005A63"/>
                </a:solidFill>
                <a:latin typeface="Segoe UI"/>
                <a:ea typeface="Segoe UI"/>
                <a:cs typeface="Segoe UI"/>
              </a:rPr>
              <a:t>03  Learning planner</a:t>
            </a:r>
          </a:p>
          <a:p xmlns:a="http://schemas.openxmlformats.org/drawingml/2006/main">
            <a:pPr algn="l">
              <a:defRPr sz="2100" b="1">
                <a:solidFill>
                  <a:srgbClr val="005A63"/>
                </a:solidFill>
                <a:latin typeface="Segoe UI"/>
                <a:ea typeface="Segoe UI"/>
                <a:cs typeface="Segoe UI"/>
              </a:defRPr>
            </a:pPr>
            <a:r>
              <a:rPr sz="2100" b="1">
                <a:solidFill>
                  <a:srgbClr val="005A63"/>
                </a:solidFill>
                <a:latin typeface="Segoe UI"/>
                <a:ea typeface="Segoe UI"/>
                <a:cs typeface="Segoe UI"/>
              </a:rPr>
              <a:t>04  Grounding critic</a:t>
            </a:r>
          </a:p>
        </p:txBody>
      </p:sp>
      <p:sp>
        <p:nvSpPr>
          <p:cNvPr id="9" name="council-safe">
            <a:extLst xmlns:a="http://schemas.openxmlformats.org/drawingml/2006/main">
              <a:ext uri="{FF2B5EF4-FFF2-40B4-BE49-F238E27FC236}">
                <a16:creationId xmlns:a16="http://schemas.microsoft.com/office/drawing/2014/main" id="{7800F69F-542C-415D-8302-7262ECBDCE71}"/>
              </a:ext>
            </a:extLst>
          </p:cNvPr>
          <p:cNvSpPr>
            <a:spLocks xmlns:a="http://schemas.openxmlformats.org/drawingml/2006/main" noGrp="1"/>
          </p:cNvSpPr>
          <p:nvPr/>
        </p:nvSpPr>
        <p:spPr>
          <a:xfrm xmlns:a="http://schemas.openxmlformats.org/drawingml/2006/main">
            <a:off x="7086600" y="484822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F62"/>
                </a:solidFill>
                <a:latin typeface="Segoe UI"/>
                <a:ea typeface="Segoe UI"/>
                <a:cs typeface="Segoe UI"/>
              </a:defRPr>
            </a:defPPr>
            <a:lvl1pPr algn="l">
              <a:defRPr sz="1800" b="0">
                <a:solidFill>
                  <a:srgbClr val="334F62"/>
                </a:solidFill>
                <a:latin typeface="Segoe UI"/>
                <a:ea typeface="Segoe UI"/>
                <a:cs typeface="Segoe UI"/>
              </a:defRPr>
            </a:lvl1pPr>
            <a:lvl2pPr algn="l">
              <a:defRPr sz="1800" b="0">
                <a:solidFill>
                  <a:srgbClr val="334F62"/>
                </a:solidFill>
                <a:latin typeface="Segoe UI"/>
                <a:ea typeface="Segoe UI"/>
                <a:cs typeface="Segoe UI"/>
              </a:defRPr>
            </a:lvl2pPr>
            <a:lvl3pPr algn="l">
              <a:defRPr sz="1800" b="0">
                <a:solidFill>
                  <a:srgbClr val="334F62"/>
                </a:solidFill>
                <a:latin typeface="Segoe UI"/>
                <a:ea typeface="Segoe UI"/>
                <a:cs typeface="Segoe UI"/>
              </a:defRPr>
            </a:lvl3pPr>
            <a:lvl4pPr algn="l">
              <a:defRPr sz="1800" b="0">
                <a:solidFill>
                  <a:srgbClr val="334F62"/>
                </a:solidFill>
                <a:latin typeface="Segoe UI"/>
                <a:ea typeface="Segoe UI"/>
                <a:cs typeface="Segoe UI"/>
              </a:defRPr>
            </a:lvl4pPr>
            <a:lvl5pPr algn="l">
              <a:defRPr sz="1800" b="0">
                <a:solidFill>
                  <a:srgbClr val="334F62"/>
                </a:solidFill>
                <a:latin typeface="Segoe UI"/>
                <a:ea typeface="Segoe UI"/>
                <a:cs typeface="Segoe UI"/>
              </a:defRPr>
            </a:lvl5pPr>
            <a:lvl6pPr algn="l">
              <a:defRPr sz="1800" b="0">
                <a:solidFill>
                  <a:srgbClr val="334F62"/>
                </a:solidFill>
                <a:latin typeface="Segoe UI"/>
                <a:ea typeface="Segoe UI"/>
                <a:cs typeface="Segoe UI"/>
              </a:defRPr>
            </a:lvl6pPr>
            <a:lvl7pPr algn="l">
              <a:defRPr sz="1800" b="0">
                <a:solidFill>
                  <a:srgbClr val="334F62"/>
                </a:solidFill>
                <a:latin typeface="Segoe UI"/>
                <a:ea typeface="Segoe UI"/>
                <a:cs typeface="Segoe UI"/>
              </a:defRPr>
            </a:lvl7pPr>
            <a:lvl8pPr algn="l">
              <a:defRPr sz="1800" b="0">
                <a:solidFill>
                  <a:srgbClr val="334F62"/>
                </a:solidFill>
                <a:latin typeface="Segoe UI"/>
                <a:ea typeface="Segoe UI"/>
                <a:cs typeface="Segoe UI"/>
              </a:defRPr>
            </a:lvl8pPr>
            <a:lvl9pPr algn="l">
              <a:defRPr sz="1800" b="0">
                <a:solidFill>
                  <a:srgbClr val="334F62"/>
                </a:solidFill>
                <a:latin typeface="Segoe UI"/>
                <a:ea typeface="Segoe UI"/>
                <a:cs typeface="Segoe UI"/>
              </a:defRPr>
            </a:lvl9pPr>
          </a:lstStyle>
          <a:p xmlns:a="http://schemas.openxmlformats.org/drawingml/2006/main">
            <a:pPr algn="l">
              <a:defRPr sz="1800" b="0">
                <a:solidFill>
                  <a:srgbClr val="334F62"/>
                </a:solidFill>
                <a:latin typeface="Segoe UI"/>
                <a:ea typeface="Segoe UI"/>
                <a:cs typeface="Segoe UI"/>
              </a:defRPr>
            </a:pPr>
            <a:r>
              <a:rPr sz="1800" b="0">
                <a:solidFill>
                  <a:srgbClr val="334F62"/>
                </a:solidFill>
                <a:latin typeface="Segoe UI"/>
                <a:ea typeface="Segoe UI"/>
                <a:cs typeface="Segoe UI"/>
              </a:rPr>
              <a:t>Replit coordinates four sequential RunPod jobs.</a:t>
            </a:r>
          </a:p>
          <a:p xmlns:a="http://schemas.openxmlformats.org/drawingml/2006/main">
            <a:pPr algn="l">
              <a:defRPr sz="1800" b="0">
                <a:solidFill>
                  <a:srgbClr val="334F62"/>
                </a:solidFill>
                <a:latin typeface="Segoe UI"/>
                <a:ea typeface="Segoe UI"/>
                <a:cs typeface="Segoe UI"/>
              </a:defRPr>
            </a:pPr>
            <a:r>
              <a:rPr sz="1800" b="0">
                <a:solidFill>
                  <a:srgbClr val="334F62"/>
                </a:solidFill>
                <a:latin typeface="Segoe UI"/>
                <a:ea typeface="Segoe UI"/>
                <a:cs typeface="Segoe UI"/>
              </a:rPr>
              <a:t>The original skill rubric stays unchanged.</a:t>
            </a:r>
          </a:p>
        </p:txBody>
      </p:sp>
      <p:sp>
        <p:nvSpPr>
          <p:cNvPr id="10" name="council-status">
            <a:extLst xmlns:a="http://schemas.openxmlformats.org/drawingml/2006/main">
              <a:ext uri="{FF2B5EF4-FFF2-40B4-BE49-F238E27FC236}">
                <a16:creationId xmlns:a16="http://schemas.microsoft.com/office/drawing/2014/main" id="{8BA0675E-FA76-4C4E-B570-BA49353D8A7D}"/>
              </a:ext>
            </a:extLst>
          </p:cNvPr>
          <p:cNvSpPr>
            <a:spLocks xmlns:a="http://schemas.openxmlformats.org/drawingml/2006/main" noGrp="1"/>
          </p:cNvSpPr>
          <p:nvPr/>
        </p:nvSpPr>
        <p:spPr>
          <a:xfrm xmlns:a="http://schemas.openxmlformats.org/drawingml/2006/main">
            <a:off x="685800" y="62674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9601C"/>
                </a:solidFill>
                <a:latin typeface="Segoe UI"/>
                <a:ea typeface="Segoe UI"/>
                <a:cs typeface="Segoe UI"/>
              </a:defRPr>
            </a:defPPr>
            <a:lvl1pPr algn="l">
              <a:defRPr sz="1575" b="1">
                <a:solidFill>
                  <a:srgbClr val="99601C"/>
                </a:solidFill>
                <a:latin typeface="Segoe UI"/>
                <a:ea typeface="Segoe UI"/>
                <a:cs typeface="Segoe UI"/>
              </a:defRPr>
            </a:lvl1pPr>
            <a:lvl2pPr algn="l">
              <a:defRPr sz="1575" b="1">
                <a:solidFill>
                  <a:srgbClr val="99601C"/>
                </a:solidFill>
                <a:latin typeface="Segoe UI"/>
                <a:ea typeface="Segoe UI"/>
                <a:cs typeface="Segoe UI"/>
              </a:defRPr>
            </a:lvl2pPr>
            <a:lvl3pPr algn="l">
              <a:defRPr sz="1575" b="1">
                <a:solidFill>
                  <a:srgbClr val="99601C"/>
                </a:solidFill>
                <a:latin typeface="Segoe UI"/>
                <a:ea typeface="Segoe UI"/>
                <a:cs typeface="Segoe UI"/>
              </a:defRPr>
            </a:lvl3pPr>
            <a:lvl4pPr algn="l">
              <a:defRPr sz="1575" b="1">
                <a:solidFill>
                  <a:srgbClr val="99601C"/>
                </a:solidFill>
                <a:latin typeface="Segoe UI"/>
                <a:ea typeface="Segoe UI"/>
                <a:cs typeface="Segoe UI"/>
              </a:defRPr>
            </a:lvl4pPr>
            <a:lvl5pPr algn="l">
              <a:defRPr sz="1575" b="1">
                <a:solidFill>
                  <a:srgbClr val="99601C"/>
                </a:solidFill>
                <a:latin typeface="Segoe UI"/>
                <a:ea typeface="Segoe UI"/>
                <a:cs typeface="Segoe UI"/>
              </a:defRPr>
            </a:lvl5pPr>
            <a:lvl6pPr algn="l">
              <a:defRPr sz="1575" b="1">
                <a:solidFill>
                  <a:srgbClr val="99601C"/>
                </a:solidFill>
                <a:latin typeface="Segoe UI"/>
                <a:ea typeface="Segoe UI"/>
                <a:cs typeface="Segoe UI"/>
              </a:defRPr>
            </a:lvl6pPr>
            <a:lvl7pPr algn="l">
              <a:defRPr sz="1575" b="1">
                <a:solidFill>
                  <a:srgbClr val="99601C"/>
                </a:solidFill>
                <a:latin typeface="Segoe UI"/>
                <a:ea typeface="Segoe UI"/>
                <a:cs typeface="Segoe UI"/>
              </a:defRPr>
            </a:lvl7pPr>
            <a:lvl8pPr algn="l">
              <a:defRPr sz="1575" b="1">
                <a:solidFill>
                  <a:srgbClr val="99601C"/>
                </a:solidFill>
                <a:latin typeface="Segoe UI"/>
                <a:ea typeface="Segoe UI"/>
                <a:cs typeface="Segoe UI"/>
              </a:defRPr>
            </a:lvl8pPr>
            <a:lvl9pPr algn="l">
              <a:defRPr sz="1575" b="1">
                <a:solidFill>
                  <a:srgbClr val="99601C"/>
                </a:solidFill>
                <a:latin typeface="Segoe UI"/>
                <a:ea typeface="Segoe UI"/>
                <a:cs typeface="Segoe UI"/>
              </a:defRPr>
            </a:lvl9pPr>
          </a:lstStyle>
          <a:p xmlns:a="http://schemas.openxmlformats.org/drawingml/2006/main">
            <a:pPr algn="l">
              <a:defRPr sz="1575" b="1">
                <a:solidFill>
                  <a:srgbClr val="99601C"/>
                </a:solidFill>
                <a:latin typeface="Segoe UI"/>
                <a:ea typeface="Segoe UI"/>
                <a:cs typeface="Segoe UI"/>
              </a:defRPr>
            </a:pPr>
            <a:r>
              <a:rPr sz="1575" b="1">
                <a:solidFill>
                  <a:srgbClr val="99601C"/>
                </a:solidFill>
                <a:latin typeface="Segoe UI"/>
                <a:ea typeface="Segoe UI"/>
                <a:cs typeface="Segoe UI"/>
              </a:rPr>
              <a:t>Reference-linked reviews · original skill rubric retained</a:t>
            </a:r>
          </a:p>
        </p:txBody>
      </p:sp>
      <p:sp>
        <p:nvSpPr>
          <p:cNvPr id="11" name="council-art">
            <a:extLst xmlns:a="http://schemas.openxmlformats.org/drawingml/2006/main">
              <a:ext uri="{FF2B5EF4-FFF2-40B4-BE49-F238E27FC236}">
                <a16:creationId xmlns:a16="http://schemas.microsoft.com/office/drawing/2014/main" id="{7B0EF260-8F5A-4C63-B0F9-676040D97FD6}"/>
              </a:ext>
            </a:extLst>
          </p:cNvPr>
          <p:cNvSpPr>
            <a:spLocks xmlns:a="http://schemas.openxmlformats.org/drawingml/2006/main" noGrp="1"/>
          </p:cNvSpPr>
          <p:nvPr/>
        </p:nvSpPr>
        <p:spPr>
          <a:xfrm xmlns:a="http://schemas.openxmlformats.org/drawingml/2006/main">
            <a:off x="990600" y="5791200"/>
            <a:ext cx="552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334F62"/>
                </a:solidFill>
                <a:latin typeface="Segoe UI"/>
                <a:ea typeface="Segoe UI"/>
                <a:cs typeface="Segoe UI"/>
              </a:defRPr>
            </a:defPPr>
            <a:lvl1pPr algn="l">
              <a:defRPr sz="1200" b="0">
                <a:solidFill>
                  <a:srgbClr val="334F62"/>
                </a:solidFill>
                <a:latin typeface="Segoe UI"/>
                <a:ea typeface="Segoe UI"/>
                <a:cs typeface="Segoe UI"/>
              </a:defRPr>
            </a:lvl1pPr>
            <a:lvl2pPr algn="l">
              <a:defRPr sz="1200" b="0">
                <a:solidFill>
                  <a:srgbClr val="334F62"/>
                </a:solidFill>
                <a:latin typeface="Segoe UI"/>
                <a:ea typeface="Segoe UI"/>
                <a:cs typeface="Segoe UI"/>
              </a:defRPr>
            </a:lvl2pPr>
            <a:lvl3pPr algn="l">
              <a:defRPr sz="1200" b="0">
                <a:solidFill>
                  <a:srgbClr val="334F62"/>
                </a:solidFill>
                <a:latin typeface="Segoe UI"/>
                <a:ea typeface="Segoe UI"/>
                <a:cs typeface="Segoe UI"/>
              </a:defRPr>
            </a:lvl3pPr>
            <a:lvl4pPr algn="l">
              <a:defRPr sz="1200" b="0">
                <a:solidFill>
                  <a:srgbClr val="334F62"/>
                </a:solidFill>
                <a:latin typeface="Segoe UI"/>
                <a:ea typeface="Segoe UI"/>
                <a:cs typeface="Segoe UI"/>
              </a:defRPr>
            </a:lvl4pPr>
            <a:lvl5pPr algn="l">
              <a:defRPr sz="1200" b="0">
                <a:solidFill>
                  <a:srgbClr val="334F62"/>
                </a:solidFill>
                <a:latin typeface="Segoe UI"/>
                <a:ea typeface="Segoe UI"/>
                <a:cs typeface="Segoe UI"/>
              </a:defRPr>
            </a:lvl5pPr>
            <a:lvl6pPr algn="l">
              <a:defRPr sz="1200" b="0">
                <a:solidFill>
                  <a:srgbClr val="334F62"/>
                </a:solidFill>
                <a:latin typeface="Segoe UI"/>
                <a:ea typeface="Segoe UI"/>
                <a:cs typeface="Segoe UI"/>
              </a:defRPr>
            </a:lvl6pPr>
            <a:lvl7pPr algn="l">
              <a:defRPr sz="1200" b="0">
                <a:solidFill>
                  <a:srgbClr val="334F62"/>
                </a:solidFill>
                <a:latin typeface="Segoe UI"/>
                <a:ea typeface="Segoe UI"/>
                <a:cs typeface="Segoe UI"/>
              </a:defRPr>
            </a:lvl7pPr>
            <a:lvl8pPr algn="l">
              <a:defRPr sz="1200" b="0">
                <a:solidFill>
                  <a:srgbClr val="334F62"/>
                </a:solidFill>
                <a:latin typeface="Segoe UI"/>
                <a:ea typeface="Segoe UI"/>
                <a:cs typeface="Segoe UI"/>
              </a:defRPr>
            </a:lvl8pPr>
            <a:lvl9pPr algn="l">
              <a:defRPr sz="1200" b="0">
                <a:solidFill>
                  <a:srgbClr val="334F62"/>
                </a:solidFill>
                <a:latin typeface="Segoe UI"/>
                <a:ea typeface="Segoe UI"/>
                <a:cs typeface="Segoe UI"/>
              </a:defRPr>
            </a:lvl9pPr>
          </a:lstStyle>
          <a:p xmlns:a="http://schemas.openxmlformats.org/drawingml/2006/main">
            <a:pPr algn="l">
              <a:defRPr sz="1200" b="0">
                <a:solidFill>
                  <a:srgbClr val="334F62"/>
                </a:solidFill>
                <a:latin typeface="Segoe UI"/>
                <a:ea typeface="Segoe UI"/>
                <a:cs typeface="Segoe UI"/>
              </a:defRPr>
            </a:pPr>
            <a:r>
              <a:rPr sz="1200" b="0">
                <a:solidFill>
                  <a:srgbClr val="334F62"/>
                </a:solidFill>
                <a:latin typeface="Segoe UI"/>
                <a:ea typeface="Segoe UI"/>
                <a:cs typeface="Segoe UI"/>
              </a:rPr>
              <a:t>Architecture concept illustration</a:t>
            </a:r>
          </a:p>
        </p:txBody>
      </p:sp>
    </p:spTree>
    <p:extLst>
      <p:ext uri="{BB962C8B-B14F-4D97-AF65-F5344CB8AC3E}">
        <p14:creationId xmlns:p14="http://schemas.microsoft.com/office/powerpoint/2010/main" val="15336478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A2A30AB-670C-484C-8E2F-66E3A59C6CEE}"/>
              </a:ext>
            </a:extLst>
          </p:cNvPr>
          <p:cNvPicPr>
            <a:picLocks xmlns:a="http://schemas.openxmlformats.org/drawingml/2006/main" noChangeAspect="1"/>
          </p:cNvPicPr>
          <p:nvPr/>
        </p:nvPicPr>
        <p:blipFill>
          <a:blip xmlns:r="http://schemas.openxmlformats.org/officeDocument/2006/relationships" xmlns:a="http://schemas.openxmlformats.org/drawingml/2006/main" r:embed="R9e648c8a3a714f8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D883B773-25BA-47AE-A8E1-4035B43FB1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4ED777E-303E-46A0-B3FE-9290022C4C4B}"/>
              </a:ext>
            </a:extLst>
          </p:cNvPr>
          <p:cNvPicPr>
            <a:picLocks xmlns:a="http://schemas.openxmlformats.org/drawingml/2006/main" noChangeAspect="1"/>
          </p:cNvPicPr>
          <p:nvPr/>
        </p:nvPicPr>
        <p:blipFill>
          <a:blip xmlns:r="http://schemas.openxmlformats.org/officeDocument/2006/relationships" xmlns:a="http://schemas.openxmlformats.org/drawingml/2006/main" r:embed="Ra516e78b9dfb4a0e"/>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762D607C-5D0B-4890-BCBC-C272655E0FE3}"/>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Grounding checks before the answer</a:t>
            </a:r>
          </a:p>
        </p:txBody>
      </p:sp>
      <p:sp>
        <p:nvSpPr>
          <p:cNvPr id="5" name="folio">
            <a:extLst xmlns:a="http://schemas.openxmlformats.org/drawingml/2006/main">
              <a:ext uri="{FF2B5EF4-FFF2-40B4-BE49-F238E27FC236}">
                <a16:creationId xmlns:a16="http://schemas.microsoft.com/office/drawing/2014/main" id="{0B523877-178C-4693-87DD-D29762397E9D}"/>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12</a:t>
            </a:r>
          </a:p>
        </p:txBody>
      </p:sp>
      <p:pic>
        <p:nvPicPr>
          <p:cNvPr id="6" name="">
            <a:extLst xmlns:a="http://schemas.openxmlformats.org/drawingml/2006/main">
              <a:ext uri="{FF2B5EF4-FFF2-40B4-BE49-F238E27FC236}">
                <a16:creationId xmlns:a16="http://schemas.microsoft.com/office/drawing/2014/main" id="{FE017AEC-31BE-4035-B615-8AF01C01E60E}"/>
              </a:ext>
            </a:extLst>
          </p:cNvPr>
          <p:cNvPicPr>
            <a:picLocks xmlns:a="http://schemas.openxmlformats.org/drawingml/2006/main" noChangeAspect="1"/>
          </p:cNvPicPr>
          <p:nvPr/>
        </p:nvPicPr>
        <p:blipFill>
          <a:blip xmlns:r="http://schemas.openxmlformats.org/officeDocument/2006/relationships" xmlns:a="http://schemas.openxmlformats.org/drawingml/2006/main" r:embed="R1e8edf256ca64912"/>
          <a:stretch xmlns:a="http://schemas.openxmlformats.org/drawingml/2006/main"/>
        </p:blipFill>
        <p:spPr>
          <a:xfrm xmlns:a="http://schemas.openxmlformats.org/drawingml/2006/main">
            <a:off x="1162050" y="1524000"/>
            <a:ext cx="4953000" cy="3714750"/>
          </a:xfrm>
          <a:prstGeom xmlns:a="http://schemas.openxmlformats.org/drawingml/2006/main" prst="rect">
            <a:avLst/>
          </a:prstGeom>
        </p:spPr>
      </p:pic>
      <p:sp>
        <p:nvSpPr>
          <p:cNvPr id="7" name="gateway-step-0">
            <a:extLst xmlns:a="http://schemas.openxmlformats.org/drawingml/2006/main">
              <a:ext uri="{FF2B5EF4-FFF2-40B4-BE49-F238E27FC236}">
                <a16:creationId xmlns:a16="http://schemas.microsoft.com/office/drawing/2014/main" id="{8AFFCD72-C83D-4FF5-8E88-36427321CE81}"/>
              </a:ext>
            </a:extLst>
          </p:cNvPr>
          <p:cNvSpPr>
            <a:spLocks xmlns:a="http://schemas.openxmlformats.org/drawingml/2006/main" noGrp="1"/>
          </p:cNvSpPr>
          <p:nvPr/>
        </p:nvSpPr>
        <p:spPr>
          <a:xfrm xmlns:a="http://schemas.openxmlformats.org/drawingml/2006/main">
            <a:off x="7191375" y="15525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71F36"/>
                </a:solidFill>
                <a:latin typeface="Segoe UI"/>
                <a:ea typeface="Segoe UI"/>
                <a:cs typeface="Segoe UI"/>
              </a:defRPr>
            </a:defPPr>
            <a:lvl1pPr algn="l">
              <a:defRPr sz="2025" b="1">
                <a:solidFill>
                  <a:srgbClr val="071F36"/>
                </a:solidFill>
                <a:latin typeface="Segoe UI"/>
                <a:ea typeface="Segoe UI"/>
                <a:cs typeface="Segoe UI"/>
              </a:defRPr>
            </a:lvl1pPr>
            <a:lvl2pPr algn="l">
              <a:defRPr sz="2025" b="1">
                <a:solidFill>
                  <a:srgbClr val="071F36"/>
                </a:solidFill>
                <a:latin typeface="Segoe UI"/>
                <a:ea typeface="Segoe UI"/>
                <a:cs typeface="Segoe UI"/>
              </a:defRPr>
            </a:lvl2pPr>
            <a:lvl3pPr algn="l">
              <a:defRPr sz="2025" b="1">
                <a:solidFill>
                  <a:srgbClr val="071F36"/>
                </a:solidFill>
                <a:latin typeface="Segoe UI"/>
                <a:ea typeface="Segoe UI"/>
                <a:cs typeface="Segoe UI"/>
              </a:defRPr>
            </a:lvl3pPr>
            <a:lvl4pPr algn="l">
              <a:defRPr sz="2025" b="1">
                <a:solidFill>
                  <a:srgbClr val="071F36"/>
                </a:solidFill>
                <a:latin typeface="Segoe UI"/>
                <a:ea typeface="Segoe UI"/>
                <a:cs typeface="Segoe UI"/>
              </a:defRPr>
            </a:lvl4pPr>
            <a:lvl5pPr algn="l">
              <a:defRPr sz="2025" b="1">
                <a:solidFill>
                  <a:srgbClr val="071F36"/>
                </a:solidFill>
                <a:latin typeface="Segoe UI"/>
                <a:ea typeface="Segoe UI"/>
                <a:cs typeface="Segoe UI"/>
              </a:defRPr>
            </a:lvl5pPr>
            <a:lvl6pPr algn="l">
              <a:defRPr sz="2025" b="1">
                <a:solidFill>
                  <a:srgbClr val="071F36"/>
                </a:solidFill>
                <a:latin typeface="Segoe UI"/>
                <a:ea typeface="Segoe UI"/>
                <a:cs typeface="Segoe UI"/>
              </a:defRPr>
            </a:lvl6pPr>
            <a:lvl7pPr algn="l">
              <a:defRPr sz="2025" b="1">
                <a:solidFill>
                  <a:srgbClr val="071F36"/>
                </a:solidFill>
                <a:latin typeface="Segoe UI"/>
                <a:ea typeface="Segoe UI"/>
                <a:cs typeface="Segoe UI"/>
              </a:defRPr>
            </a:lvl7pPr>
            <a:lvl8pPr algn="l">
              <a:defRPr sz="2025" b="1">
                <a:solidFill>
                  <a:srgbClr val="071F36"/>
                </a:solidFill>
                <a:latin typeface="Segoe UI"/>
                <a:ea typeface="Segoe UI"/>
                <a:cs typeface="Segoe UI"/>
              </a:defRPr>
            </a:lvl8pPr>
            <a:lvl9pPr algn="l">
              <a:defRPr sz="2025" b="1">
                <a:solidFill>
                  <a:srgbClr val="071F36"/>
                </a:solidFill>
                <a:latin typeface="Segoe UI"/>
                <a:ea typeface="Segoe UI"/>
                <a:cs typeface="Segoe UI"/>
              </a:defRPr>
            </a:lvl9pPr>
          </a:lstStyle>
          <a:p xmlns:a="http://schemas.openxmlformats.org/drawingml/2006/main">
            <a:pPr algn="l">
              <a:defRPr sz="2025" b="1">
                <a:solidFill>
                  <a:srgbClr val="071F36"/>
                </a:solidFill>
                <a:latin typeface="Segoe UI"/>
                <a:ea typeface="Segoe UI"/>
                <a:cs typeface="Segoe UI"/>
              </a:defRPr>
            </a:pPr>
            <a:r>
              <a:rPr sz="2025" b="1">
                <a:solidFill>
                  <a:srgbClr val="071F36"/>
                </a:solidFill>
                <a:latin typeface="Segoe UI"/>
                <a:ea typeface="Segoe UI"/>
                <a:cs typeface="Segoe UI"/>
              </a:rPr>
              <a:t>01  Fictional text</a:t>
            </a:r>
          </a:p>
        </p:txBody>
      </p:sp>
      <p:sp>
        <p:nvSpPr>
          <p:cNvPr id="8" name="gateway-step-1">
            <a:extLst xmlns:a="http://schemas.openxmlformats.org/drawingml/2006/main">
              <a:ext uri="{FF2B5EF4-FFF2-40B4-BE49-F238E27FC236}">
                <a16:creationId xmlns:a16="http://schemas.microsoft.com/office/drawing/2014/main" id="{B6A11EF2-F882-4267-8139-15AC75CFE7EC}"/>
              </a:ext>
            </a:extLst>
          </p:cNvPr>
          <p:cNvSpPr>
            <a:spLocks xmlns:a="http://schemas.openxmlformats.org/drawingml/2006/main" noGrp="1"/>
          </p:cNvSpPr>
          <p:nvPr/>
        </p:nvSpPr>
        <p:spPr>
          <a:xfrm xmlns:a="http://schemas.openxmlformats.org/drawingml/2006/main">
            <a:off x="7191375" y="22002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63"/>
                </a:solidFill>
                <a:latin typeface="Segoe UI"/>
                <a:ea typeface="Segoe UI"/>
                <a:cs typeface="Segoe UI"/>
              </a:defRPr>
            </a:defPPr>
            <a:lvl1pPr algn="l">
              <a:defRPr sz="2025" b="1">
                <a:solidFill>
                  <a:srgbClr val="005A63"/>
                </a:solidFill>
                <a:latin typeface="Segoe UI"/>
                <a:ea typeface="Segoe UI"/>
                <a:cs typeface="Segoe UI"/>
              </a:defRPr>
            </a:lvl1pPr>
            <a:lvl2pPr algn="l">
              <a:defRPr sz="2025" b="1">
                <a:solidFill>
                  <a:srgbClr val="005A63"/>
                </a:solidFill>
                <a:latin typeface="Segoe UI"/>
                <a:ea typeface="Segoe UI"/>
                <a:cs typeface="Segoe UI"/>
              </a:defRPr>
            </a:lvl2pPr>
            <a:lvl3pPr algn="l">
              <a:defRPr sz="2025" b="1">
                <a:solidFill>
                  <a:srgbClr val="005A63"/>
                </a:solidFill>
                <a:latin typeface="Segoe UI"/>
                <a:ea typeface="Segoe UI"/>
                <a:cs typeface="Segoe UI"/>
              </a:defRPr>
            </a:lvl3pPr>
            <a:lvl4pPr algn="l">
              <a:defRPr sz="2025" b="1">
                <a:solidFill>
                  <a:srgbClr val="005A63"/>
                </a:solidFill>
                <a:latin typeface="Segoe UI"/>
                <a:ea typeface="Segoe UI"/>
                <a:cs typeface="Segoe UI"/>
              </a:defRPr>
            </a:lvl4pPr>
            <a:lvl5pPr algn="l">
              <a:defRPr sz="2025" b="1">
                <a:solidFill>
                  <a:srgbClr val="005A63"/>
                </a:solidFill>
                <a:latin typeface="Segoe UI"/>
                <a:ea typeface="Segoe UI"/>
                <a:cs typeface="Segoe UI"/>
              </a:defRPr>
            </a:lvl5pPr>
            <a:lvl6pPr algn="l">
              <a:defRPr sz="2025" b="1">
                <a:solidFill>
                  <a:srgbClr val="005A63"/>
                </a:solidFill>
                <a:latin typeface="Segoe UI"/>
                <a:ea typeface="Segoe UI"/>
                <a:cs typeface="Segoe UI"/>
              </a:defRPr>
            </a:lvl6pPr>
            <a:lvl7pPr algn="l">
              <a:defRPr sz="2025" b="1">
                <a:solidFill>
                  <a:srgbClr val="005A63"/>
                </a:solidFill>
                <a:latin typeface="Segoe UI"/>
                <a:ea typeface="Segoe UI"/>
                <a:cs typeface="Segoe UI"/>
              </a:defRPr>
            </a:lvl7pPr>
            <a:lvl8pPr algn="l">
              <a:defRPr sz="2025" b="1">
                <a:solidFill>
                  <a:srgbClr val="005A63"/>
                </a:solidFill>
                <a:latin typeface="Segoe UI"/>
                <a:ea typeface="Segoe UI"/>
                <a:cs typeface="Segoe UI"/>
              </a:defRPr>
            </a:lvl8pPr>
            <a:lvl9pPr algn="l">
              <a:defRPr sz="2025" b="1">
                <a:solidFill>
                  <a:srgbClr val="005A63"/>
                </a:solidFill>
                <a:latin typeface="Segoe UI"/>
                <a:ea typeface="Segoe UI"/>
                <a:cs typeface="Segoe UI"/>
              </a:defRPr>
            </a:lvl9pPr>
          </a:lstStyle>
          <a:p xmlns:a="http://schemas.openxmlformats.org/drawingml/2006/main">
            <a:pPr algn="l">
              <a:defRPr sz="2025" b="1">
                <a:solidFill>
                  <a:srgbClr val="005A63"/>
                </a:solidFill>
                <a:latin typeface="Segoe UI"/>
                <a:ea typeface="Segoe UI"/>
                <a:cs typeface="Segoe UI"/>
              </a:defRPr>
            </a:pPr>
            <a:r>
              <a:rPr sz="2025" b="1">
                <a:solidFill>
                  <a:srgbClr val="005A63"/>
                </a:solidFill>
                <a:latin typeface="Segoe UI"/>
                <a:ea typeface="Segoe UI"/>
                <a:cs typeface="Segoe UI"/>
              </a:rPr>
              <a:t>02  Replit gateway</a:t>
            </a:r>
          </a:p>
        </p:txBody>
      </p:sp>
      <p:sp>
        <p:nvSpPr>
          <p:cNvPr id="9" name="gateway-step-2">
            <a:extLst xmlns:a="http://schemas.openxmlformats.org/drawingml/2006/main">
              <a:ext uri="{FF2B5EF4-FFF2-40B4-BE49-F238E27FC236}">
                <a16:creationId xmlns:a16="http://schemas.microsoft.com/office/drawing/2014/main" id="{CA16C27C-AD65-42F3-BFA0-AD58739CABA2}"/>
              </a:ext>
            </a:extLst>
          </p:cNvPr>
          <p:cNvSpPr>
            <a:spLocks xmlns:a="http://schemas.openxmlformats.org/drawingml/2006/main" noGrp="1"/>
          </p:cNvSpPr>
          <p:nvPr/>
        </p:nvSpPr>
        <p:spPr>
          <a:xfrm xmlns:a="http://schemas.openxmlformats.org/drawingml/2006/main">
            <a:off x="7191375" y="28479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63"/>
                </a:solidFill>
                <a:latin typeface="Segoe UI"/>
                <a:ea typeface="Segoe UI"/>
                <a:cs typeface="Segoe UI"/>
              </a:defRPr>
            </a:defPPr>
            <a:lvl1pPr algn="l">
              <a:defRPr sz="2025" b="1">
                <a:solidFill>
                  <a:srgbClr val="005A63"/>
                </a:solidFill>
                <a:latin typeface="Segoe UI"/>
                <a:ea typeface="Segoe UI"/>
                <a:cs typeface="Segoe UI"/>
              </a:defRPr>
            </a:lvl1pPr>
            <a:lvl2pPr algn="l">
              <a:defRPr sz="2025" b="1">
                <a:solidFill>
                  <a:srgbClr val="005A63"/>
                </a:solidFill>
                <a:latin typeface="Segoe UI"/>
                <a:ea typeface="Segoe UI"/>
                <a:cs typeface="Segoe UI"/>
              </a:defRPr>
            </a:lvl2pPr>
            <a:lvl3pPr algn="l">
              <a:defRPr sz="2025" b="1">
                <a:solidFill>
                  <a:srgbClr val="005A63"/>
                </a:solidFill>
                <a:latin typeface="Segoe UI"/>
                <a:ea typeface="Segoe UI"/>
                <a:cs typeface="Segoe UI"/>
              </a:defRPr>
            </a:lvl3pPr>
            <a:lvl4pPr algn="l">
              <a:defRPr sz="2025" b="1">
                <a:solidFill>
                  <a:srgbClr val="005A63"/>
                </a:solidFill>
                <a:latin typeface="Segoe UI"/>
                <a:ea typeface="Segoe UI"/>
                <a:cs typeface="Segoe UI"/>
              </a:defRPr>
            </a:lvl4pPr>
            <a:lvl5pPr algn="l">
              <a:defRPr sz="2025" b="1">
                <a:solidFill>
                  <a:srgbClr val="005A63"/>
                </a:solidFill>
                <a:latin typeface="Segoe UI"/>
                <a:ea typeface="Segoe UI"/>
                <a:cs typeface="Segoe UI"/>
              </a:defRPr>
            </a:lvl5pPr>
            <a:lvl6pPr algn="l">
              <a:defRPr sz="2025" b="1">
                <a:solidFill>
                  <a:srgbClr val="005A63"/>
                </a:solidFill>
                <a:latin typeface="Segoe UI"/>
                <a:ea typeface="Segoe UI"/>
                <a:cs typeface="Segoe UI"/>
              </a:defRPr>
            </a:lvl6pPr>
            <a:lvl7pPr algn="l">
              <a:defRPr sz="2025" b="1">
                <a:solidFill>
                  <a:srgbClr val="005A63"/>
                </a:solidFill>
                <a:latin typeface="Segoe UI"/>
                <a:ea typeface="Segoe UI"/>
                <a:cs typeface="Segoe UI"/>
              </a:defRPr>
            </a:lvl7pPr>
            <a:lvl8pPr algn="l">
              <a:defRPr sz="2025" b="1">
                <a:solidFill>
                  <a:srgbClr val="005A63"/>
                </a:solidFill>
                <a:latin typeface="Segoe UI"/>
                <a:ea typeface="Segoe UI"/>
                <a:cs typeface="Segoe UI"/>
              </a:defRPr>
            </a:lvl8pPr>
            <a:lvl9pPr algn="l">
              <a:defRPr sz="2025" b="1">
                <a:solidFill>
                  <a:srgbClr val="005A63"/>
                </a:solidFill>
                <a:latin typeface="Segoe UI"/>
                <a:ea typeface="Segoe UI"/>
                <a:cs typeface="Segoe UI"/>
              </a:defRPr>
            </a:lvl9pPr>
          </a:lstStyle>
          <a:p xmlns:a="http://schemas.openxmlformats.org/drawingml/2006/main">
            <a:pPr algn="l">
              <a:defRPr sz="2025" b="1">
                <a:solidFill>
                  <a:srgbClr val="005A63"/>
                </a:solidFill>
                <a:latin typeface="Segoe UI"/>
                <a:ea typeface="Segoe UI"/>
                <a:cs typeface="Segoe UI"/>
              </a:defRPr>
            </a:pPr>
            <a:r>
              <a:rPr sz="2025" b="1">
                <a:solidFill>
                  <a:srgbClr val="005A63"/>
                </a:solidFill>
                <a:latin typeface="Segoe UI"/>
                <a:ea typeface="Segoe UI"/>
                <a:cs typeface="Segoe UI"/>
              </a:rPr>
              <a:t>03  RunPod inference</a:t>
            </a:r>
          </a:p>
        </p:txBody>
      </p:sp>
      <p:sp>
        <p:nvSpPr>
          <p:cNvPr id="10" name="gateway-step-3">
            <a:extLst xmlns:a="http://schemas.openxmlformats.org/drawingml/2006/main">
              <a:ext uri="{FF2B5EF4-FFF2-40B4-BE49-F238E27FC236}">
                <a16:creationId xmlns:a16="http://schemas.microsoft.com/office/drawing/2014/main" id="{B358CD08-67F0-493F-8559-D273420E05BE}"/>
              </a:ext>
            </a:extLst>
          </p:cNvPr>
          <p:cNvSpPr>
            <a:spLocks xmlns:a="http://schemas.openxmlformats.org/drawingml/2006/main" noGrp="1"/>
          </p:cNvSpPr>
          <p:nvPr/>
        </p:nvSpPr>
        <p:spPr>
          <a:xfrm xmlns:a="http://schemas.openxmlformats.org/drawingml/2006/main">
            <a:off x="7191375" y="34956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63"/>
                </a:solidFill>
                <a:latin typeface="Segoe UI"/>
                <a:ea typeface="Segoe UI"/>
                <a:cs typeface="Segoe UI"/>
              </a:defRPr>
            </a:defPPr>
            <a:lvl1pPr algn="l">
              <a:defRPr sz="2025" b="1">
                <a:solidFill>
                  <a:srgbClr val="005A63"/>
                </a:solidFill>
                <a:latin typeface="Segoe UI"/>
                <a:ea typeface="Segoe UI"/>
                <a:cs typeface="Segoe UI"/>
              </a:defRPr>
            </a:lvl1pPr>
            <a:lvl2pPr algn="l">
              <a:defRPr sz="2025" b="1">
                <a:solidFill>
                  <a:srgbClr val="005A63"/>
                </a:solidFill>
                <a:latin typeface="Segoe UI"/>
                <a:ea typeface="Segoe UI"/>
                <a:cs typeface="Segoe UI"/>
              </a:defRPr>
            </a:lvl2pPr>
            <a:lvl3pPr algn="l">
              <a:defRPr sz="2025" b="1">
                <a:solidFill>
                  <a:srgbClr val="005A63"/>
                </a:solidFill>
                <a:latin typeface="Segoe UI"/>
                <a:ea typeface="Segoe UI"/>
                <a:cs typeface="Segoe UI"/>
              </a:defRPr>
            </a:lvl3pPr>
            <a:lvl4pPr algn="l">
              <a:defRPr sz="2025" b="1">
                <a:solidFill>
                  <a:srgbClr val="005A63"/>
                </a:solidFill>
                <a:latin typeface="Segoe UI"/>
                <a:ea typeface="Segoe UI"/>
                <a:cs typeface="Segoe UI"/>
              </a:defRPr>
            </a:lvl4pPr>
            <a:lvl5pPr algn="l">
              <a:defRPr sz="2025" b="1">
                <a:solidFill>
                  <a:srgbClr val="005A63"/>
                </a:solidFill>
                <a:latin typeface="Segoe UI"/>
                <a:ea typeface="Segoe UI"/>
                <a:cs typeface="Segoe UI"/>
              </a:defRPr>
            </a:lvl5pPr>
            <a:lvl6pPr algn="l">
              <a:defRPr sz="2025" b="1">
                <a:solidFill>
                  <a:srgbClr val="005A63"/>
                </a:solidFill>
                <a:latin typeface="Segoe UI"/>
                <a:ea typeface="Segoe UI"/>
                <a:cs typeface="Segoe UI"/>
              </a:defRPr>
            </a:lvl6pPr>
            <a:lvl7pPr algn="l">
              <a:defRPr sz="2025" b="1">
                <a:solidFill>
                  <a:srgbClr val="005A63"/>
                </a:solidFill>
                <a:latin typeface="Segoe UI"/>
                <a:ea typeface="Segoe UI"/>
                <a:cs typeface="Segoe UI"/>
              </a:defRPr>
            </a:lvl7pPr>
            <a:lvl8pPr algn="l">
              <a:defRPr sz="2025" b="1">
                <a:solidFill>
                  <a:srgbClr val="005A63"/>
                </a:solidFill>
                <a:latin typeface="Segoe UI"/>
                <a:ea typeface="Segoe UI"/>
                <a:cs typeface="Segoe UI"/>
              </a:defRPr>
            </a:lvl8pPr>
            <a:lvl9pPr algn="l">
              <a:defRPr sz="2025" b="1">
                <a:solidFill>
                  <a:srgbClr val="005A63"/>
                </a:solidFill>
                <a:latin typeface="Segoe UI"/>
                <a:ea typeface="Segoe UI"/>
                <a:cs typeface="Segoe UI"/>
              </a:defRPr>
            </a:lvl9pPr>
          </a:lstStyle>
          <a:p xmlns:a="http://schemas.openxmlformats.org/drawingml/2006/main">
            <a:pPr algn="l">
              <a:defRPr sz="2025" b="1">
                <a:solidFill>
                  <a:srgbClr val="005A63"/>
                </a:solidFill>
                <a:latin typeface="Segoe UI"/>
                <a:ea typeface="Segoe UI"/>
                <a:cs typeface="Segoe UI"/>
              </a:defRPr>
            </a:pPr>
            <a:r>
              <a:rPr sz="2025" b="1">
                <a:solidFill>
                  <a:srgbClr val="005A63"/>
                </a:solidFill>
                <a:latin typeface="Segoe UI"/>
                <a:ea typeface="Segoe UI"/>
                <a:cs typeface="Segoe UI"/>
              </a:rPr>
              <a:t>04  Validated report or visible failure</a:t>
            </a:r>
          </a:p>
        </p:txBody>
      </p:sp>
      <p:sp>
        <p:nvSpPr>
          <p:cNvPr id="11" name="cloud-guards">
            <a:extLst xmlns:a="http://schemas.openxmlformats.org/drawingml/2006/main">
              <a:ext uri="{FF2B5EF4-FFF2-40B4-BE49-F238E27FC236}">
                <a16:creationId xmlns:a16="http://schemas.microsoft.com/office/drawing/2014/main" id="{4843E35B-71BE-4A05-980D-8642920D3AE1}"/>
              </a:ext>
            </a:extLst>
          </p:cNvPr>
          <p:cNvSpPr>
            <a:spLocks xmlns:a="http://schemas.openxmlformats.org/drawingml/2006/main" noGrp="1"/>
          </p:cNvSpPr>
          <p:nvPr/>
        </p:nvSpPr>
        <p:spPr>
          <a:xfrm xmlns:a="http://schemas.openxmlformats.org/drawingml/2006/main">
            <a:off x="7191375" y="44767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F62"/>
                </a:solidFill>
                <a:latin typeface="Segoe UI"/>
                <a:ea typeface="Segoe UI"/>
                <a:cs typeface="Segoe UI"/>
              </a:defRPr>
            </a:defPPr>
            <a:lvl1pPr algn="l">
              <a:defRPr sz="1800" b="0">
                <a:solidFill>
                  <a:srgbClr val="334F62"/>
                </a:solidFill>
                <a:latin typeface="Segoe UI"/>
                <a:ea typeface="Segoe UI"/>
                <a:cs typeface="Segoe UI"/>
              </a:defRPr>
            </a:lvl1pPr>
            <a:lvl2pPr algn="l">
              <a:defRPr sz="1800" b="0">
                <a:solidFill>
                  <a:srgbClr val="334F62"/>
                </a:solidFill>
                <a:latin typeface="Segoe UI"/>
                <a:ea typeface="Segoe UI"/>
                <a:cs typeface="Segoe UI"/>
              </a:defRPr>
            </a:lvl2pPr>
            <a:lvl3pPr algn="l">
              <a:defRPr sz="1800" b="0">
                <a:solidFill>
                  <a:srgbClr val="334F62"/>
                </a:solidFill>
                <a:latin typeface="Segoe UI"/>
                <a:ea typeface="Segoe UI"/>
                <a:cs typeface="Segoe UI"/>
              </a:defRPr>
            </a:lvl3pPr>
            <a:lvl4pPr algn="l">
              <a:defRPr sz="1800" b="0">
                <a:solidFill>
                  <a:srgbClr val="334F62"/>
                </a:solidFill>
                <a:latin typeface="Segoe UI"/>
                <a:ea typeface="Segoe UI"/>
                <a:cs typeface="Segoe UI"/>
              </a:defRPr>
            </a:lvl4pPr>
            <a:lvl5pPr algn="l">
              <a:defRPr sz="1800" b="0">
                <a:solidFill>
                  <a:srgbClr val="334F62"/>
                </a:solidFill>
                <a:latin typeface="Segoe UI"/>
                <a:ea typeface="Segoe UI"/>
                <a:cs typeface="Segoe UI"/>
              </a:defRPr>
            </a:lvl5pPr>
            <a:lvl6pPr algn="l">
              <a:defRPr sz="1800" b="0">
                <a:solidFill>
                  <a:srgbClr val="334F62"/>
                </a:solidFill>
                <a:latin typeface="Segoe UI"/>
                <a:ea typeface="Segoe UI"/>
                <a:cs typeface="Segoe UI"/>
              </a:defRPr>
            </a:lvl6pPr>
            <a:lvl7pPr algn="l">
              <a:defRPr sz="1800" b="0">
                <a:solidFill>
                  <a:srgbClr val="334F62"/>
                </a:solidFill>
                <a:latin typeface="Segoe UI"/>
                <a:ea typeface="Segoe UI"/>
                <a:cs typeface="Segoe UI"/>
              </a:defRPr>
            </a:lvl7pPr>
            <a:lvl8pPr algn="l">
              <a:defRPr sz="1800" b="0">
                <a:solidFill>
                  <a:srgbClr val="334F62"/>
                </a:solidFill>
                <a:latin typeface="Segoe UI"/>
                <a:ea typeface="Segoe UI"/>
                <a:cs typeface="Segoe UI"/>
              </a:defRPr>
            </a:lvl8pPr>
            <a:lvl9pPr algn="l">
              <a:defRPr sz="1800" b="0">
                <a:solidFill>
                  <a:srgbClr val="334F62"/>
                </a:solidFill>
                <a:latin typeface="Segoe UI"/>
                <a:ea typeface="Segoe UI"/>
                <a:cs typeface="Segoe UI"/>
              </a:defRPr>
            </a:lvl9pPr>
          </a:lstStyle>
          <a:p xmlns:a="http://schemas.openxmlformats.org/drawingml/2006/main">
            <a:pPr algn="l">
              <a:defRPr sz="1800" b="0">
                <a:solidFill>
                  <a:srgbClr val="334F62"/>
                </a:solidFill>
                <a:latin typeface="Segoe UI"/>
                <a:ea typeface="Segoe UI"/>
                <a:cs typeface="Segoe UI"/>
              </a:defRPr>
            </a:pPr>
            <a:r>
              <a:rPr sz="1800" b="0">
                <a:solidFill>
                  <a:srgbClr val="334F62"/>
                </a:solidFill>
                <a:latin typeface="Segoe UI"/>
                <a:ea typeface="Segoe UI"/>
                <a:cs typeface="Segoe UI"/>
              </a:rPr>
              <a:t>Schema, known IDs and exact quotes checked.</a:t>
            </a:r>
          </a:p>
          <a:p xmlns:a="http://schemas.openxmlformats.org/drawingml/2006/main">
            <a:pPr algn="l">
              <a:defRPr sz="1800" b="0">
                <a:solidFill>
                  <a:srgbClr val="334F62"/>
                </a:solidFill>
                <a:latin typeface="Segoe UI"/>
                <a:ea typeface="Segoe UI"/>
                <a:cs typeface="Segoe UI"/>
              </a:defRPr>
            </a:pPr>
            <a:r>
              <a:rPr sz="1800" b="0">
                <a:solidFill>
                  <a:srgbClr val="334F62"/>
                </a:solidFill>
                <a:latin typeface="Segoe UI"/>
                <a:ea typeface="Segoe UI"/>
                <a:cs typeface="Segoe UI"/>
              </a:rPr>
              <a:t>Secrets stay on the server.</a:t>
            </a:r>
          </a:p>
        </p:txBody>
      </p:sp>
      <p:sp>
        <p:nvSpPr>
          <p:cNvPr id="12" name="cloud-model">
            <a:extLst xmlns:a="http://schemas.openxmlformats.org/drawingml/2006/main">
              <a:ext uri="{FF2B5EF4-FFF2-40B4-BE49-F238E27FC236}">
                <a16:creationId xmlns:a16="http://schemas.microsoft.com/office/drawing/2014/main" id="{74A4F6DD-A1F9-499F-9757-B438253D6AEA}"/>
              </a:ext>
            </a:extLst>
          </p:cNvPr>
          <p:cNvSpPr>
            <a:spLocks xmlns:a="http://schemas.openxmlformats.org/drawingml/2006/main" noGrp="1"/>
          </p:cNvSpPr>
          <p:nvPr/>
        </p:nvSpPr>
        <p:spPr>
          <a:xfrm xmlns:a="http://schemas.openxmlformats.org/drawingml/2006/main">
            <a:off x="685800" y="5476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3F8B"/>
                </a:solidFill>
                <a:latin typeface="Segoe UI"/>
                <a:ea typeface="Segoe UI"/>
                <a:cs typeface="Segoe UI"/>
              </a:defRPr>
            </a:defPPr>
            <a:lvl1pPr algn="l">
              <a:defRPr sz="2100" b="1">
                <a:solidFill>
                  <a:srgbClr val="153F8B"/>
                </a:solidFill>
                <a:latin typeface="Segoe UI"/>
                <a:ea typeface="Segoe UI"/>
                <a:cs typeface="Segoe UI"/>
              </a:defRPr>
            </a:lvl1pPr>
            <a:lvl2pPr algn="l">
              <a:defRPr sz="2100" b="1">
                <a:solidFill>
                  <a:srgbClr val="153F8B"/>
                </a:solidFill>
                <a:latin typeface="Segoe UI"/>
                <a:ea typeface="Segoe UI"/>
                <a:cs typeface="Segoe UI"/>
              </a:defRPr>
            </a:lvl2pPr>
            <a:lvl3pPr algn="l">
              <a:defRPr sz="2100" b="1">
                <a:solidFill>
                  <a:srgbClr val="153F8B"/>
                </a:solidFill>
                <a:latin typeface="Segoe UI"/>
                <a:ea typeface="Segoe UI"/>
                <a:cs typeface="Segoe UI"/>
              </a:defRPr>
            </a:lvl3pPr>
            <a:lvl4pPr algn="l">
              <a:defRPr sz="2100" b="1">
                <a:solidFill>
                  <a:srgbClr val="153F8B"/>
                </a:solidFill>
                <a:latin typeface="Segoe UI"/>
                <a:ea typeface="Segoe UI"/>
                <a:cs typeface="Segoe UI"/>
              </a:defRPr>
            </a:lvl4pPr>
            <a:lvl5pPr algn="l">
              <a:defRPr sz="2100" b="1">
                <a:solidFill>
                  <a:srgbClr val="153F8B"/>
                </a:solidFill>
                <a:latin typeface="Segoe UI"/>
                <a:ea typeface="Segoe UI"/>
                <a:cs typeface="Segoe UI"/>
              </a:defRPr>
            </a:lvl5pPr>
            <a:lvl6pPr algn="l">
              <a:defRPr sz="2100" b="1">
                <a:solidFill>
                  <a:srgbClr val="153F8B"/>
                </a:solidFill>
                <a:latin typeface="Segoe UI"/>
                <a:ea typeface="Segoe UI"/>
                <a:cs typeface="Segoe UI"/>
              </a:defRPr>
            </a:lvl6pPr>
            <a:lvl7pPr algn="l">
              <a:defRPr sz="2100" b="1">
                <a:solidFill>
                  <a:srgbClr val="153F8B"/>
                </a:solidFill>
                <a:latin typeface="Segoe UI"/>
                <a:ea typeface="Segoe UI"/>
                <a:cs typeface="Segoe UI"/>
              </a:defRPr>
            </a:lvl7pPr>
            <a:lvl8pPr algn="l">
              <a:defRPr sz="2100" b="1">
                <a:solidFill>
                  <a:srgbClr val="153F8B"/>
                </a:solidFill>
                <a:latin typeface="Segoe UI"/>
                <a:ea typeface="Segoe UI"/>
                <a:cs typeface="Segoe UI"/>
              </a:defRPr>
            </a:lvl8pPr>
            <a:lvl9pPr algn="l">
              <a:defRPr sz="2100" b="1">
                <a:solidFill>
                  <a:srgbClr val="153F8B"/>
                </a:solidFill>
                <a:latin typeface="Segoe UI"/>
                <a:ea typeface="Segoe UI"/>
                <a:cs typeface="Segoe UI"/>
              </a:defRPr>
            </a:lvl9pPr>
          </a:lstStyle>
          <a:p xmlns:a="http://schemas.openxmlformats.org/drawingml/2006/main">
            <a:pPr algn="l">
              <a:defRPr sz="2100" b="1">
                <a:solidFill>
                  <a:srgbClr val="153F8B"/>
                </a:solidFill>
                <a:latin typeface="Segoe UI"/>
                <a:ea typeface="Segoe UI"/>
                <a:cs typeface="Segoe UI"/>
              </a:defRPr>
            </a:pPr>
            <a:r>
              <a:rPr sz="2100" b="1">
                <a:solidFill>
                  <a:srgbClr val="153F8B"/>
                </a:solidFill>
                <a:latin typeface="Segoe UI"/>
                <a:ea typeface="Segoe UI"/>
                <a:cs typeface="Segoe UI"/>
              </a:rPr>
              <a:t>Qwen3-4B-Instruct-2507 · Apache 2.0</a:t>
            </a:r>
          </a:p>
        </p:txBody>
      </p:sp>
      <p:sp>
        <p:nvSpPr>
          <p:cNvPr id="13" name="cloud-consent">
            <a:extLst xmlns:a="http://schemas.openxmlformats.org/drawingml/2006/main">
              <a:ext uri="{FF2B5EF4-FFF2-40B4-BE49-F238E27FC236}">
                <a16:creationId xmlns:a16="http://schemas.microsoft.com/office/drawing/2014/main" id="{B03C0073-43A6-4787-AC6F-A17F11003EAB}"/>
              </a:ext>
            </a:extLst>
          </p:cNvPr>
          <p:cNvSpPr>
            <a:spLocks xmlns:a="http://schemas.openxmlformats.org/drawingml/2006/main" noGrp="1"/>
          </p:cNvSpPr>
          <p:nvPr/>
        </p:nvSpPr>
        <p:spPr>
          <a:xfrm xmlns:a="http://schemas.openxmlformats.org/drawingml/2006/main">
            <a:off x="685800" y="6210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34F62"/>
                </a:solidFill>
                <a:latin typeface="Segoe UI"/>
                <a:ea typeface="Segoe UI"/>
                <a:cs typeface="Segoe UI"/>
              </a:defRPr>
            </a:defPPr>
            <a:lvl1pPr algn="l">
              <a:defRPr sz="1500" b="0">
                <a:solidFill>
                  <a:srgbClr val="334F62"/>
                </a:solidFill>
                <a:latin typeface="Segoe UI"/>
                <a:ea typeface="Segoe UI"/>
                <a:cs typeface="Segoe UI"/>
              </a:defRPr>
            </a:lvl1pPr>
            <a:lvl2pPr algn="l">
              <a:defRPr sz="1500" b="0">
                <a:solidFill>
                  <a:srgbClr val="334F62"/>
                </a:solidFill>
                <a:latin typeface="Segoe UI"/>
                <a:ea typeface="Segoe UI"/>
                <a:cs typeface="Segoe UI"/>
              </a:defRPr>
            </a:lvl2pPr>
            <a:lvl3pPr algn="l">
              <a:defRPr sz="1500" b="0">
                <a:solidFill>
                  <a:srgbClr val="334F62"/>
                </a:solidFill>
                <a:latin typeface="Segoe UI"/>
                <a:ea typeface="Segoe UI"/>
                <a:cs typeface="Segoe UI"/>
              </a:defRPr>
            </a:lvl3pPr>
            <a:lvl4pPr algn="l">
              <a:defRPr sz="1500" b="0">
                <a:solidFill>
                  <a:srgbClr val="334F62"/>
                </a:solidFill>
                <a:latin typeface="Segoe UI"/>
                <a:ea typeface="Segoe UI"/>
                <a:cs typeface="Segoe UI"/>
              </a:defRPr>
            </a:lvl4pPr>
            <a:lvl5pPr algn="l">
              <a:defRPr sz="1500" b="0">
                <a:solidFill>
                  <a:srgbClr val="334F62"/>
                </a:solidFill>
                <a:latin typeface="Segoe UI"/>
                <a:ea typeface="Segoe UI"/>
                <a:cs typeface="Segoe UI"/>
              </a:defRPr>
            </a:lvl5pPr>
            <a:lvl6pPr algn="l">
              <a:defRPr sz="1500" b="0">
                <a:solidFill>
                  <a:srgbClr val="334F62"/>
                </a:solidFill>
                <a:latin typeface="Segoe UI"/>
                <a:ea typeface="Segoe UI"/>
                <a:cs typeface="Segoe UI"/>
              </a:defRPr>
            </a:lvl6pPr>
            <a:lvl7pPr algn="l">
              <a:defRPr sz="1500" b="0">
                <a:solidFill>
                  <a:srgbClr val="334F62"/>
                </a:solidFill>
                <a:latin typeface="Segoe UI"/>
                <a:ea typeface="Segoe UI"/>
                <a:cs typeface="Segoe UI"/>
              </a:defRPr>
            </a:lvl7pPr>
            <a:lvl8pPr algn="l">
              <a:defRPr sz="1500" b="0">
                <a:solidFill>
                  <a:srgbClr val="334F62"/>
                </a:solidFill>
                <a:latin typeface="Segoe UI"/>
                <a:ea typeface="Segoe UI"/>
                <a:cs typeface="Segoe UI"/>
              </a:defRPr>
            </a:lvl8pPr>
            <a:lvl9pPr algn="l">
              <a:defRPr sz="1500" b="0">
                <a:solidFill>
                  <a:srgbClr val="334F62"/>
                </a:solidFill>
                <a:latin typeface="Segoe UI"/>
                <a:ea typeface="Segoe UI"/>
                <a:cs typeface="Segoe UI"/>
              </a:defRPr>
            </a:lvl9pPr>
          </a:lstStyle>
          <a:p xmlns:a="http://schemas.openxmlformats.org/drawingml/2006/main">
            <a:pPr algn="l">
              <a:defRPr sz="1500" b="0">
                <a:solidFill>
                  <a:srgbClr val="334F62"/>
                </a:solidFill>
                <a:latin typeface="Segoe UI"/>
                <a:ea typeface="Segoe UI"/>
                <a:cs typeface="Segoe UI"/>
              </a:defRPr>
            </a:pPr>
            <a:r>
              <a:rPr sz="1500" b="0">
                <a:solidFill>
                  <a:srgbClr val="334F62"/>
                </a:solidFill>
                <a:latin typeface="Segoe UI"/>
                <a:ea typeface="Segoe UI"/>
                <a:cs typeface="Segoe UI"/>
              </a:rPr>
              <a:t>Explicit cloud consent · server-held credentials · source-linked review</a:t>
            </a:r>
          </a:p>
        </p:txBody>
      </p:sp>
    </p:spTree>
    <p:extLst>
      <p:ext uri="{BB962C8B-B14F-4D97-AF65-F5344CB8AC3E}">
        <p14:creationId xmlns:p14="http://schemas.microsoft.com/office/powerpoint/2010/main" val="3008856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32CB6CF-9158-4FE5-BC32-91ABEA758E20}"/>
              </a:ext>
            </a:extLst>
          </p:cNvPr>
          <p:cNvPicPr>
            <a:picLocks xmlns:a="http://schemas.openxmlformats.org/drawingml/2006/main" noChangeAspect="1"/>
          </p:cNvPicPr>
          <p:nvPr/>
        </p:nvPicPr>
        <p:blipFill>
          <a:blip xmlns:r="http://schemas.openxmlformats.org/officeDocument/2006/relationships" xmlns:a="http://schemas.openxmlformats.org/drawingml/2006/main" r:embed="Rc5b9b5f02a3a4a3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8740CEFC-E068-4DC3-9456-F2B7E22C0F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7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5A28F00-1E9C-42ED-BDEB-C496CDE78D16}"/>
              </a:ext>
            </a:extLst>
          </p:cNvPr>
          <p:cNvPicPr>
            <a:picLocks xmlns:a="http://schemas.openxmlformats.org/drawingml/2006/main" noChangeAspect="1"/>
          </p:cNvPicPr>
          <p:nvPr/>
        </p:nvPicPr>
        <p:blipFill>
          <a:blip xmlns:r="http://schemas.openxmlformats.org/officeDocument/2006/relationships" xmlns:a="http://schemas.openxmlformats.org/drawingml/2006/main" r:embed="R676dfc1ebcd74342"/>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A9B99F3-A36E-4551-A1DB-04257242B15D}"/>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Verified E5 GPU execution</a:t>
            </a:r>
          </a:p>
        </p:txBody>
      </p:sp>
      <p:sp>
        <p:nvSpPr>
          <p:cNvPr id="5" name="folio">
            <a:extLst xmlns:a="http://schemas.openxmlformats.org/drawingml/2006/main">
              <a:ext uri="{FF2B5EF4-FFF2-40B4-BE49-F238E27FC236}">
                <a16:creationId xmlns:a16="http://schemas.microsoft.com/office/drawing/2014/main" id="{F435CF5A-AB5B-44ED-A2AB-79405B87DAE3}"/>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13</a:t>
            </a:r>
          </a:p>
        </p:txBody>
      </p:sp>
      <p:sp>
        <p:nvSpPr>
          <p:cNvPr id="6" name="proof-time">
            <a:extLst xmlns:a="http://schemas.openxmlformats.org/drawingml/2006/main">
              <a:ext uri="{FF2B5EF4-FFF2-40B4-BE49-F238E27FC236}">
                <a16:creationId xmlns:a16="http://schemas.microsoft.com/office/drawing/2014/main" id="{1AFDB8EE-F74B-4245-95D9-6B932A60E63F}"/>
              </a:ext>
            </a:extLst>
          </p:cNvPr>
          <p:cNvSpPr>
            <a:spLocks xmlns:a="http://schemas.openxmlformats.org/drawingml/2006/main" noGrp="1"/>
          </p:cNvSpPr>
          <p:nvPr/>
        </p:nvSpPr>
        <p:spPr>
          <a:xfrm xmlns:a="http://schemas.openxmlformats.org/drawingml/2006/main">
            <a:off x="685800" y="1495425"/>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071F36"/>
                </a:solidFill>
                <a:latin typeface="Segoe UI"/>
                <a:ea typeface="Segoe UI"/>
                <a:cs typeface="Segoe UI"/>
              </a:defRPr>
            </a:defPPr>
            <a:lvl1pPr algn="l">
              <a:defRPr sz="6450" b="1">
                <a:solidFill>
                  <a:srgbClr val="071F36"/>
                </a:solidFill>
                <a:latin typeface="Segoe UI"/>
                <a:ea typeface="Segoe UI"/>
                <a:cs typeface="Segoe UI"/>
              </a:defRPr>
            </a:lvl1pPr>
            <a:lvl2pPr algn="l">
              <a:defRPr sz="6450" b="1">
                <a:solidFill>
                  <a:srgbClr val="071F36"/>
                </a:solidFill>
                <a:latin typeface="Segoe UI"/>
                <a:ea typeface="Segoe UI"/>
                <a:cs typeface="Segoe UI"/>
              </a:defRPr>
            </a:lvl2pPr>
            <a:lvl3pPr algn="l">
              <a:defRPr sz="6450" b="1">
                <a:solidFill>
                  <a:srgbClr val="071F36"/>
                </a:solidFill>
                <a:latin typeface="Segoe UI"/>
                <a:ea typeface="Segoe UI"/>
                <a:cs typeface="Segoe UI"/>
              </a:defRPr>
            </a:lvl3pPr>
            <a:lvl4pPr algn="l">
              <a:defRPr sz="6450" b="1">
                <a:solidFill>
                  <a:srgbClr val="071F36"/>
                </a:solidFill>
                <a:latin typeface="Segoe UI"/>
                <a:ea typeface="Segoe UI"/>
                <a:cs typeface="Segoe UI"/>
              </a:defRPr>
            </a:lvl4pPr>
            <a:lvl5pPr algn="l">
              <a:defRPr sz="6450" b="1">
                <a:solidFill>
                  <a:srgbClr val="071F36"/>
                </a:solidFill>
                <a:latin typeface="Segoe UI"/>
                <a:ea typeface="Segoe UI"/>
                <a:cs typeface="Segoe UI"/>
              </a:defRPr>
            </a:lvl5pPr>
            <a:lvl6pPr algn="l">
              <a:defRPr sz="6450" b="1">
                <a:solidFill>
                  <a:srgbClr val="071F36"/>
                </a:solidFill>
                <a:latin typeface="Segoe UI"/>
                <a:ea typeface="Segoe UI"/>
                <a:cs typeface="Segoe UI"/>
              </a:defRPr>
            </a:lvl6pPr>
            <a:lvl7pPr algn="l">
              <a:defRPr sz="6450" b="1">
                <a:solidFill>
                  <a:srgbClr val="071F36"/>
                </a:solidFill>
                <a:latin typeface="Segoe UI"/>
                <a:ea typeface="Segoe UI"/>
                <a:cs typeface="Segoe UI"/>
              </a:defRPr>
            </a:lvl7pPr>
            <a:lvl8pPr algn="l">
              <a:defRPr sz="6450" b="1">
                <a:solidFill>
                  <a:srgbClr val="071F36"/>
                </a:solidFill>
                <a:latin typeface="Segoe UI"/>
                <a:ea typeface="Segoe UI"/>
                <a:cs typeface="Segoe UI"/>
              </a:defRPr>
            </a:lvl8pPr>
            <a:lvl9pPr algn="l">
              <a:defRPr sz="6450" b="1">
                <a:solidFill>
                  <a:srgbClr val="071F36"/>
                </a:solidFill>
                <a:latin typeface="Segoe UI"/>
                <a:ea typeface="Segoe UI"/>
                <a:cs typeface="Segoe UI"/>
              </a:defRPr>
            </a:lvl9pPr>
          </a:lstStyle>
          <a:p xmlns:a="http://schemas.openxmlformats.org/drawingml/2006/main">
            <a:pPr algn="l">
              <a:defRPr sz="6450" b="1">
                <a:solidFill>
                  <a:srgbClr val="071F36"/>
                </a:solidFill>
                <a:latin typeface="Segoe UI"/>
                <a:ea typeface="Segoe UI"/>
                <a:cs typeface="Segoe UI"/>
              </a:defRPr>
            </a:pPr>
            <a:r>
              <a:rPr sz="6450" b="1">
                <a:solidFill>
                  <a:srgbClr val="071F36"/>
                </a:solidFill>
                <a:latin typeface="Segoe UI"/>
                <a:ea typeface="Segoe UI"/>
                <a:cs typeface="Segoe UI"/>
              </a:rPr>
              <a:t>3.452 s</a:t>
            </a:r>
          </a:p>
        </p:txBody>
      </p:sp>
      <p:sp>
        <p:nvSpPr>
          <p:cNvPr id="7" name="proof-execution">
            <a:extLst xmlns:a="http://schemas.openxmlformats.org/drawingml/2006/main">
              <a:ext uri="{FF2B5EF4-FFF2-40B4-BE49-F238E27FC236}">
                <a16:creationId xmlns:a16="http://schemas.microsoft.com/office/drawing/2014/main" id="{EAFB546E-AB19-44D8-B9FC-A1CA14A42234}"/>
              </a:ext>
            </a:extLst>
          </p:cNvPr>
          <p:cNvSpPr>
            <a:spLocks xmlns:a="http://schemas.openxmlformats.org/drawingml/2006/main" noGrp="1"/>
          </p:cNvSpPr>
          <p:nvPr/>
        </p:nvSpPr>
        <p:spPr>
          <a:xfrm xmlns:a="http://schemas.openxmlformats.org/drawingml/2006/main">
            <a:off x="723900" y="2743200"/>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3F8B"/>
                </a:solidFill>
                <a:latin typeface="Segoe UI"/>
                <a:ea typeface="Segoe UI"/>
                <a:cs typeface="Segoe UI"/>
              </a:defRPr>
            </a:defPPr>
            <a:lvl1pPr algn="l">
              <a:defRPr sz="2250" b="1">
                <a:solidFill>
                  <a:srgbClr val="153F8B"/>
                </a:solidFill>
                <a:latin typeface="Segoe UI"/>
                <a:ea typeface="Segoe UI"/>
                <a:cs typeface="Segoe UI"/>
              </a:defRPr>
            </a:lvl1pPr>
            <a:lvl2pPr algn="l">
              <a:defRPr sz="2250" b="1">
                <a:solidFill>
                  <a:srgbClr val="153F8B"/>
                </a:solidFill>
                <a:latin typeface="Segoe UI"/>
                <a:ea typeface="Segoe UI"/>
                <a:cs typeface="Segoe UI"/>
              </a:defRPr>
            </a:lvl2pPr>
            <a:lvl3pPr algn="l">
              <a:defRPr sz="2250" b="1">
                <a:solidFill>
                  <a:srgbClr val="153F8B"/>
                </a:solidFill>
                <a:latin typeface="Segoe UI"/>
                <a:ea typeface="Segoe UI"/>
                <a:cs typeface="Segoe UI"/>
              </a:defRPr>
            </a:lvl3pPr>
            <a:lvl4pPr algn="l">
              <a:defRPr sz="2250" b="1">
                <a:solidFill>
                  <a:srgbClr val="153F8B"/>
                </a:solidFill>
                <a:latin typeface="Segoe UI"/>
                <a:ea typeface="Segoe UI"/>
                <a:cs typeface="Segoe UI"/>
              </a:defRPr>
            </a:lvl4pPr>
            <a:lvl5pPr algn="l">
              <a:defRPr sz="2250" b="1">
                <a:solidFill>
                  <a:srgbClr val="153F8B"/>
                </a:solidFill>
                <a:latin typeface="Segoe UI"/>
                <a:ea typeface="Segoe UI"/>
                <a:cs typeface="Segoe UI"/>
              </a:defRPr>
            </a:lvl5pPr>
            <a:lvl6pPr algn="l">
              <a:defRPr sz="2250" b="1">
                <a:solidFill>
                  <a:srgbClr val="153F8B"/>
                </a:solidFill>
                <a:latin typeface="Segoe UI"/>
                <a:ea typeface="Segoe UI"/>
                <a:cs typeface="Segoe UI"/>
              </a:defRPr>
            </a:lvl6pPr>
            <a:lvl7pPr algn="l">
              <a:defRPr sz="2250" b="1">
                <a:solidFill>
                  <a:srgbClr val="153F8B"/>
                </a:solidFill>
                <a:latin typeface="Segoe UI"/>
                <a:ea typeface="Segoe UI"/>
                <a:cs typeface="Segoe UI"/>
              </a:defRPr>
            </a:lvl7pPr>
            <a:lvl8pPr algn="l">
              <a:defRPr sz="2250" b="1">
                <a:solidFill>
                  <a:srgbClr val="153F8B"/>
                </a:solidFill>
                <a:latin typeface="Segoe UI"/>
                <a:ea typeface="Segoe UI"/>
                <a:cs typeface="Segoe UI"/>
              </a:defRPr>
            </a:lvl8pPr>
            <a:lvl9pPr algn="l">
              <a:defRPr sz="2250" b="1">
                <a:solidFill>
                  <a:srgbClr val="153F8B"/>
                </a:solidFill>
                <a:latin typeface="Segoe UI"/>
                <a:ea typeface="Segoe UI"/>
                <a:cs typeface="Segoe UI"/>
              </a:defRPr>
            </a:lvl9pPr>
          </a:lstStyle>
          <a:p xmlns:a="http://schemas.openxmlformats.org/drawingml/2006/main">
            <a:pPr algn="l">
              <a:defRPr sz="2250" b="1">
                <a:solidFill>
                  <a:srgbClr val="153F8B"/>
                </a:solidFill>
                <a:latin typeface="Segoe UI"/>
                <a:ea typeface="Segoe UI"/>
                <a:cs typeface="Segoe UI"/>
              </a:defRPr>
            </a:pPr>
            <a:r>
              <a:rPr sz="2250" b="1">
                <a:solidFill>
                  <a:srgbClr val="153F8B"/>
                </a:solidFill>
                <a:latin typeface="Segoe UI"/>
                <a:ea typeface="Segoe UI"/>
                <a:cs typeface="Segoe UI"/>
              </a:rPr>
              <a:t>Model execution time</a:t>
            </a:r>
          </a:p>
        </p:txBody>
      </p:sp>
      <p:sp>
        <p:nvSpPr>
          <p:cNvPr id="8" name="proof-hardware">
            <a:extLst xmlns:a="http://schemas.openxmlformats.org/drawingml/2006/main">
              <a:ext uri="{FF2B5EF4-FFF2-40B4-BE49-F238E27FC236}">
                <a16:creationId xmlns:a16="http://schemas.microsoft.com/office/drawing/2014/main" id="{FDB19C88-72C4-41F1-A4B1-3F3D88B7E343}"/>
              </a:ext>
            </a:extLst>
          </p:cNvPr>
          <p:cNvSpPr>
            <a:spLocks xmlns:a="http://schemas.openxmlformats.org/drawingml/2006/main" noGrp="1"/>
          </p:cNvSpPr>
          <p:nvPr/>
        </p:nvSpPr>
        <p:spPr>
          <a:xfrm xmlns:a="http://schemas.openxmlformats.org/drawingml/2006/main">
            <a:off x="723900" y="352425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63"/>
                </a:solidFill>
                <a:latin typeface="Segoe UI"/>
                <a:ea typeface="Segoe UI"/>
                <a:cs typeface="Segoe UI"/>
              </a:defRPr>
            </a:defPPr>
            <a:lvl1pPr algn="l">
              <a:defRPr sz="2025" b="1">
                <a:solidFill>
                  <a:srgbClr val="005A63"/>
                </a:solidFill>
                <a:latin typeface="Segoe UI"/>
                <a:ea typeface="Segoe UI"/>
                <a:cs typeface="Segoe UI"/>
              </a:defRPr>
            </a:lvl1pPr>
            <a:lvl2pPr algn="l">
              <a:defRPr sz="2025" b="1">
                <a:solidFill>
                  <a:srgbClr val="005A63"/>
                </a:solidFill>
                <a:latin typeface="Segoe UI"/>
                <a:ea typeface="Segoe UI"/>
                <a:cs typeface="Segoe UI"/>
              </a:defRPr>
            </a:lvl2pPr>
            <a:lvl3pPr algn="l">
              <a:defRPr sz="2025" b="1">
                <a:solidFill>
                  <a:srgbClr val="005A63"/>
                </a:solidFill>
                <a:latin typeface="Segoe UI"/>
                <a:ea typeface="Segoe UI"/>
                <a:cs typeface="Segoe UI"/>
              </a:defRPr>
            </a:lvl3pPr>
            <a:lvl4pPr algn="l">
              <a:defRPr sz="2025" b="1">
                <a:solidFill>
                  <a:srgbClr val="005A63"/>
                </a:solidFill>
                <a:latin typeface="Segoe UI"/>
                <a:ea typeface="Segoe UI"/>
                <a:cs typeface="Segoe UI"/>
              </a:defRPr>
            </a:lvl4pPr>
            <a:lvl5pPr algn="l">
              <a:defRPr sz="2025" b="1">
                <a:solidFill>
                  <a:srgbClr val="005A63"/>
                </a:solidFill>
                <a:latin typeface="Segoe UI"/>
                <a:ea typeface="Segoe UI"/>
                <a:cs typeface="Segoe UI"/>
              </a:defRPr>
            </a:lvl5pPr>
            <a:lvl6pPr algn="l">
              <a:defRPr sz="2025" b="1">
                <a:solidFill>
                  <a:srgbClr val="005A63"/>
                </a:solidFill>
                <a:latin typeface="Segoe UI"/>
                <a:ea typeface="Segoe UI"/>
                <a:cs typeface="Segoe UI"/>
              </a:defRPr>
            </a:lvl6pPr>
            <a:lvl7pPr algn="l">
              <a:defRPr sz="2025" b="1">
                <a:solidFill>
                  <a:srgbClr val="005A63"/>
                </a:solidFill>
                <a:latin typeface="Segoe UI"/>
                <a:ea typeface="Segoe UI"/>
                <a:cs typeface="Segoe UI"/>
              </a:defRPr>
            </a:lvl7pPr>
            <a:lvl8pPr algn="l">
              <a:defRPr sz="2025" b="1">
                <a:solidFill>
                  <a:srgbClr val="005A63"/>
                </a:solidFill>
                <a:latin typeface="Segoe UI"/>
                <a:ea typeface="Segoe UI"/>
                <a:cs typeface="Segoe UI"/>
              </a:defRPr>
            </a:lvl8pPr>
            <a:lvl9pPr algn="l">
              <a:defRPr sz="2025" b="1">
                <a:solidFill>
                  <a:srgbClr val="005A63"/>
                </a:solidFill>
                <a:latin typeface="Segoe UI"/>
                <a:ea typeface="Segoe UI"/>
                <a:cs typeface="Segoe UI"/>
              </a:defRPr>
            </a:lvl9pPr>
          </a:lstStyle>
          <a:p xmlns:a="http://schemas.openxmlformats.org/drawingml/2006/main">
            <a:pPr algn="l">
              <a:defRPr sz="2025" b="1">
                <a:solidFill>
                  <a:srgbClr val="005A63"/>
                </a:solidFill>
                <a:latin typeface="Segoe UI"/>
                <a:ea typeface="Segoe UI"/>
                <a:cs typeface="Segoe UI"/>
              </a:defRPr>
            </a:pPr>
            <a:r>
              <a:rPr sz="2025" b="1">
                <a:solidFill>
                  <a:srgbClr val="005A63"/>
                </a:solidFill>
                <a:latin typeface="Segoe UI"/>
                <a:ea typeface="Segoe UI"/>
                <a:cs typeface="Segoe UI"/>
              </a:rPr>
              <a:t>PRO 6000 MIG 24GB</a:t>
            </a:r>
          </a:p>
          <a:p xmlns:a="http://schemas.openxmlformats.org/drawingml/2006/main">
            <a:pPr algn="l">
              <a:defRPr sz="2025" b="1">
                <a:solidFill>
                  <a:srgbClr val="005A63"/>
                </a:solidFill>
                <a:latin typeface="Segoe UI"/>
                <a:ea typeface="Segoe UI"/>
                <a:cs typeface="Segoe UI"/>
              </a:defRPr>
            </a:pPr>
            <a:r>
              <a:rPr sz="2025" b="1">
                <a:solidFill>
                  <a:srgbClr val="005A63"/>
                </a:solidFill>
                <a:latin typeface="Segoe UI"/>
                <a:ea typeface="Segoe UI"/>
                <a:cs typeface="Segoe UI"/>
              </a:rPr>
              <a:t>CUDA · Runpod Serverless</a:t>
            </a:r>
          </a:p>
        </p:txBody>
      </p:sp>
      <p:sp>
        <p:nvSpPr>
          <p:cNvPr id="9" name="proof-fixture">
            <a:extLst xmlns:a="http://schemas.openxmlformats.org/drawingml/2006/main">
              <a:ext uri="{FF2B5EF4-FFF2-40B4-BE49-F238E27FC236}">
                <a16:creationId xmlns:a16="http://schemas.microsoft.com/office/drawing/2014/main" id="{ECF0B7CB-709C-414E-8833-739E6CC9B11C}"/>
              </a:ext>
            </a:extLst>
          </p:cNvPr>
          <p:cNvSpPr>
            <a:spLocks xmlns:a="http://schemas.openxmlformats.org/drawingml/2006/main" noGrp="1"/>
          </p:cNvSpPr>
          <p:nvPr/>
        </p:nvSpPr>
        <p:spPr>
          <a:xfrm xmlns:a="http://schemas.openxmlformats.org/drawingml/2006/main">
            <a:off x="723900" y="46863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F62"/>
                </a:solidFill>
                <a:latin typeface="Segoe UI"/>
                <a:ea typeface="Segoe UI"/>
                <a:cs typeface="Segoe UI"/>
              </a:defRPr>
            </a:defPPr>
            <a:lvl1pPr algn="l">
              <a:defRPr sz="1875" b="0">
                <a:solidFill>
                  <a:srgbClr val="334F62"/>
                </a:solidFill>
                <a:latin typeface="Segoe UI"/>
                <a:ea typeface="Segoe UI"/>
                <a:cs typeface="Segoe UI"/>
              </a:defRPr>
            </a:lvl1pPr>
            <a:lvl2pPr algn="l">
              <a:defRPr sz="1875" b="0">
                <a:solidFill>
                  <a:srgbClr val="334F62"/>
                </a:solidFill>
                <a:latin typeface="Segoe UI"/>
                <a:ea typeface="Segoe UI"/>
                <a:cs typeface="Segoe UI"/>
              </a:defRPr>
            </a:lvl2pPr>
            <a:lvl3pPr algn="l">
              <a:defRPr sz="1875" b="0">
                <a:solidFill>
                  <a:srgbClr val="334F62"/>
                </a:solidFill>
                <a:latin typeface="Segoe UI"/>
                <a:ea typeface="Segoe UI"/>
                <a:cs typeface="Segoe UI"/>
              </a:defRPr>
            </a:lvl3pPr>
            <a:lvl4pPr algn="l">
              <a:defRPr sz="1875" b="0">
                <a:solidFill>
                  <a:srgbClr val="334F62"/>
                </a:solidFill>
                <a:latin typeface="Segoe UI"/>
                <a:ea typeface="Segoe UI"/>
                <a:cs typeface="Segoe UI"/>
              </a:defRPr>
            </a:lvl4pPr>
            <a:lvl5pPr algn="l">
              <a:defRPr sz="1875" b="0">
                <a:solidFill>
                  <a:srgbClr val="334F62"/>
                </a:solidFill>
                <a:latin typeface="Segoe UI"/>
                <a:ea typeface="Segoe UI"/>
                <a:cs typeface="Segoe UI"/>
              </a:defRPr>
            </a:lvl5pPr>
            <a:lvl6pPr algn="l">
              <a:defRPr sz="1875" b="0">
                <a:solidFill>
                  <a:srgbClr val="334F62"/>
                </a:solidFill>
                <a:latin typeface="Segoe UI"/>
                <a:ea typeface="Segoe UI"/>
                <a:cs typeface="Segoe UI"/>
              </a:defRPr>
            </a:lvl6pPr>
            <a:lvl7pPr algn="l">
              <a:defRPr sz="1875" b="0">
                <a:solidFill>
                  <a:srgbClr val="334F62"/>
                </a:solidFill>
                <a:latin typeface="Segoe UI"/>
                <a:ea typeface="Segoe UI"/>
                <a:cs typeface="Segoe UI"/>
              </a:defRPr>
            </a:lvl7pPr>
            <a:lvl8pPr algn="l">
              <a:defRPr sz="1875" b="0">
                <a:solidFill>
                  <a:srgbClr val="334F62"/>
                </a:solidFill>
                <a:latin typeface="Segoe UI"/>
                <a:ea typeface="Segoe UI"/>
                <a:cs typeface="Segoe UI"/>
              </a:defRPr>
            </a:lvl8pPr>
            <a:lvl9pPr algn="l">
              <a:defRPr sz="1875" b="0">
                <a:solidFill>
                  <a:srgbClr val="334F62"/>
                </a:solidFill>
                <a:latin typeface="Segoe UI"/>
                <a:ea typeface="Segoe UI"/>
                <a:cs typeface="Segoe UI"/>
              </a:defRPr>
            </a:lvl9pPr>
          </a:lstStyle>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1 fictional query · 2 authored passages</a:t>
            </a:r>
          </a:p>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Queue delay: 11.626 s</a:t>
            </a:r>
          </a:p>
        </p:txBody>
      </p:sp>
      <p:sp>
        <p:nvSpPr>
          <p:cNvPr id="10" name="proof-checks">
            <a:extLst xmlns:a="http://schemas.openxmlformats.org/drawingml/2006/main">
              <a:ext uri="{FF2B5EF4-FFF2-40B4-BE49-F238E27FC236}">
                <a16:creationId xmlns:a16="http://schemas.microsoft.com/office/drawing/2014/main" id="{4B046453-8158-4CEF-B2A5-71B9AB79B058}"/>
              </a:ext>
            </a:extLst>
          </p:cNvPr>
          <p:cNvSpPr>
            <a:spLocks xmlns:a="http://schemas.openxmlformats.org/drawingml/2006/main" noGrp="1"/>
          </p:cNvSpPr>
          <p:nvPr/>
        </p:nvSpPr>
        <p:spPr>
          <a:xfrm xmlns:a="http://schemas.openxmlformats.org/drawingml/2006/main">
            <a:off x="723900" y="56007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53F8B"/>
                </a:solidFill>
                <a:latin typeface="Segoe UI"/>
                <a:ea typeface="Segoe UI"/>
                <a:cs typeface="Segoe UI"/>
              </a:defRPr>
            </a:defPPr>
            <a:lvl1pPr algn="l">
              <a:defRPr sz="1725" b="1">
                <a:solidFill>
                  <a:srgbClr val="153F8B"/>
                </a:solidFill>
                <a:latin typeface="Segoe UI"/>
                <a:ea typeface="Segoe UI"/>
                <a:cs typeface="Segoe UI"/>
              </a:defRPr>
            </a:lvl1pPr>
            <a:lvl2pPr algn="l">
              <a:defRPr sz="1725" b="1">
                <a:solidFill>
                  <a:srgbClr val="153F8B"/>
                </a:solidFill>
                <a:latin typeface="Segoe UI"/>
                <a:ea typeface="Segoe UI"/>
                <a:cs typeface="Segoe UI"/>
              </a:defRPr>
            </a:lvl2pPr>
            <a:lvl3pPr algn="l">
              <a:defRPr sz="1725" b="1">
                <a:solidFill>
                  <a:srgbClr val="153F8B"/>
                </a:solidFill>
                <a:latin typeface="Segoe UI"/>
                <a:ea typeface="Segoe UI"/>
                <a:cs typeface="Segoe UI"/>
              </a:defRPr>
            </a:lvl3pPr>
            <a:lvl4pPr algn="l">
              <a:defRPr sz="1725" b="1">
                <a:solidFill>
                  <a:srgbClr val="153F8B"/>
                </a:solidFill>
                <a:latin typeface="Segoe UI"/>
                <a:ea typeface="Segoe UI"/>
                <a:cs typeface="Segoe UI"/>
              </a:defRPr>
            </a:lvl4pPr>
            <a:lvl5pPr algn="l">
              <a:defRPr sz="1725" b="1">
                <a:solidFill>
                  <a:srgbClr val="153F8B"/>
                </a:solidFill>
                <a:latin typeface="Segoe UI"/>
                <a:ea typeface="Segoe UI"/>
                <a:cs typeface="Segoe UI"/>
              </a:defRPr>
            </a:lvl5pPr>
            <a:lvl6pPr algn="l">
              <a:defRPr sz="1725" b="1">
                <a:solidFill>
                  <a:srgbClr val="153F8B"/>
                </a:solidFill>
                <a:latin typeface="Segoe UI"/>
                <a:ea typeface="Segoe UI"/>
                <a:cs typeface="Segoe UI"/>
              </a:defRPr>
            </a:lvl6pPr>
            <a:lvl7pPr algn="l">
              <a:defRPr sz="1725" b="1">
                <a:solidFill>
                  <a:srgbClr val="153F8B"/>
                </a:solidFill>
                <a:latin typeface="Segoe UI"/>
                <a:ea typeface="Segoe UI"/>
                <a:cs typeface="Segoe UI"/>
              </a:defRPr>
            </a:lvl7pPr>
            <a:lvl8pPr algn="l">
              <a:defRPr sz="1725" b="1">
                <a:solidFill>
                  <a:srgbClr val="153F8B"/>
                </a:solidFill>
                <a:latin typeface="Segoe UI"/>
                <a:ea typeface="Segoe UI"/>
                <a:cs typeface="Segoe UI"/>
              </a:defRPr>
            </a:lvl8pPr>
            <a:lvl9pPr algn="l">
              <a:defRPr sz="1725" b="1">
                <a:solidFill>
                  <a:srgbClr val="153F8B"/>
                </a:solidFill>
                <a:latin typeface="Segoe UI"/>
                <a:ea typeface="Segoe UI"/>
                <a:cs typeface="Segoe UI"/>
              </a:defRPr>
            </a:lvl9pPr>
          </a:lstStyle>
          <a:p xmlns:a="http://schemas.openxmlformats.org/drawingml/2006/main">
            <a:pPr algn="l">
              <a:defRPr sz="1725" b="1">
                <a:solidFill>
                  <a:srgbClr val="153F8B"/>
                </a:solidFill>
                <a:latin typeface="Segoe UI"/>
                <a:ea typeface="Segoe UI"/>
                <a:cs typeface="Segoe UI"/>
              </a:defRPr>
            </a:pPr>
            <a:r>
              <a:rPr sz="1725" b="1">
                <a:solidFill>
                  <a:srgbClr val="153F8B"/>
                </a:solidFill>
                <a:latin typeface="Segoe UI"/>
                <a:ea typeface="Segoe UI"/>
                <a:cs typeface="Segoe UI"/>
              </a:rPr>
              <a:t>55 application tests · 18 offline worker checks</a:t>
            </a:r>
          </a:p>
          <a:p xmlns:a="http://schemas.openxmlformats.org/drawingml/2006/main">
            <a:pPr algn="l">
              <a:defRPr sz="1725" b="1">
                <a:solidFill>
                  <a:srgbClr val="153F8B"/>
                </a:solidFill>
                <a:latin typeface="Segoe UI"/>
                <a:ea typeface="Segoe UI"/>
                <a:cs typeface="Segoe UI"/>
              </a:defRPr>
            </a:pPr>
            <a:r>
              <a:rPr sz="1725" b="1">
                <a:solidFill>
                  <a:srgbClr val="153F8B"/>
                </a:solidFill>
                <a:latin typeface="Segoe UI"/>
                <a:ea typeface="Segoe UI"/>
                <a:cs typeface="Segoe UI"/>
              </a:rPr>
              <a:t>Production build passed</a:t>
            </a:r>
          </a:p>
        </p:txBody>
      </p:sp>
      <p:pic>
        <p:nvPicPr>
          <p:cNvPr id="11" name="">
            <a:extLst xmlns:a="http://schemas.openxmlformats.org/drawingml/2006/main">
              <a:ext uri="{FF2B5EF4-FFF2-40B4-BE49-F238E27FC236}">
                <a16:creationId xmlns:a16="http://schemas.microsoft.com/office/drawing/2014/main" id="{66DA7AC0-A428-4533-95E6-CF2F447E370F}"/>
              </a:ext>
            </a:extLst>
          </p:cNvPr>
          <p:cNvPicPr>
            <a:picLocks xmlns:a="http://schemas.openxmlformats.org/drawingml/2006/main" noChangeAspect="1"/>
          </p:cNvPicPr>
          <p:nvPr/>
        </p:nvPicPr>
        <p:blipFill>
          <a:blip xmlns:r="http://schemas.openxmlformats.org/officeDocument/2006/relationships" xmlns:a="http://schemas.openxmlformats.org/drawingml/2006/main" r:embed="R55bf75ee2c344a90"/>
          <a:stretch xmlns:a="http://schemas.openxmlformats.org/drawingml/2006/main"/>
        </p:blipFill>
        <p:spPr>
          <a:xfrm xmlns:a="http://schemas.openxmlformats.org/drawingml/2006/main">
            <a:off x="6344664" y="1504950"/>
            <a:ext cx="5160523" cy="2276475"/>
          </a:xfrm>
          <a:prstGeom xmlns:a="http://schemas.openxmlformats.org/drawingml/2006/main" prst="rect">
            <a:avLst/>
          </a:prstGeom>
        </p:spPr>
      </p:pic>
      <p:sp>
        <p:nvSpPr>
          <p:cNvPr id="12" name="proof-model">
            <a:extLst xmlns:a="http://schemas.openxmlformats.org/drawingml/2006/main">
              <a:ext uri="{FF2B5EF4-FFF2-40B4-BE49-F238E27FC236}">
                <a16:creationId xmlns:a16="http://schemas.microsoft.com/office/drawing/2014/main" id="{11E4337F-FBBC-48E5-88D7-176B0F0271FD}"/>
              </a:ext>
            </a:extLst>
          </p:cNvPr>
          <p:cNvSpPr>
            <a:spLocks xmlns:a="http://schemas.openxmlformats.org/drawingml/2006/main" noGrp="1"/>
          </p:cNvSpPr>
          <p:nvPr/>
        </p:nvSpPr>
        <p:spPr>
          <a:xfrm xmlns:a="http://schemas.openxmlformats.org/drawingml/2006/main">
            <a:off x="6400800" y="41148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71F36"/>
                </a:solidFill>
                <a:latin typeface="Segoe UI"/>
                <a:ea typeface="Segoe UI"/>
                <a:cs typeface="Segoe UI"/>
              </a:defRPr>
            </a:defPPr>
            <a:lvl1pPr algn="l">
              <a:defRPr sz="2175" b="1">
                <a:solidFill>
                  <a:srgbClr val="071F36"/>
                </a:solidFill>
                <a:latin typeface="Segoe UI"/>
                <a:ea typeface="Segoe UI"/>
                <a:cs typeface="Segoe UI"/>
              </a:defRPr>
            </a:lvl1pPr>
            <a:lvl2pPr algn="l">
              <a:defRPr sz="2175" b="1">
                <a:solidFill>
                  <a:srgbClr val="071F36"/>
                </a:solidFill>
                <a:latin typeface="Segoe UI"/>
                <a:ea typeface="Segoe UI"/>
                <a:cs typeface="Segoe UI"/>
              </a:defRPr>
            </a:lvl2pPr>
            <a:lvl3pPr algn="l">
              <a:defRPr sz="2175" b="1">
                <a:solidFill>
                  <a:srgbClr val="071F36"/>
                </a:solidFill>
                <a:latin typeface="Segoe UI"/>
                <a:ea typeface="Segoe UI"/>
                <a:cs typeface="Segoe UI"/>
              </a:defRPr>
            </a:lvl3pPr>
            <a:lvl4pPr algn="l">
              <a:defRPr sz="2175" b="1">
                <a:solidFill>
                  <a:srgbClr val="071F36"/>
                </a:solidFill>
                <a:latin typeface="Segoe UI"/>
                <a:ea typeface="Segoe UI"/>
                <a:cs typeface="Segoe UI"/>
              </a:defRPr>
            </a:lvl4pPr>
            <a:lvl5pPr algn="l">
              <a:defRPr sz="2175" b="1">
                <a:solidFill>
                  <a:srgbClr val="071F36"/>
                </a:solidFill>
                <a:latin typeface="Segoe UI"/>
                <a:ea typeface="Segoe UI"/>
                <a:cs typeface="Segoe UI"/>
              </a:defRPr>
            </a:lvl5pPr>
            <a:lvl6pPr algn="l">
              <a:defRPr sz="2175" b="1">
                <a:solidFill>
                  <a:srgbClr val="071F36"/>
                </a:solidFill>
                <a:latin typeface="Segoe UI"/>
                <a:ea typeface="Segoe UI"/>
                <a:cs typeface="Segoe UI"/>
              </a:defRPr>
            </a:lvl6pPr>
            <a:lvl7pPr algn="l">
              <a:defRPr sz="2175" b="1">
                <a:solidFill>
                  <a:srgbClr val="071F36"/>
                </a:solidFill>
                <a:latin typeface="Segoe UI"/>
                <a:ea typeface="Segoe UI"/>
                <a:cs typeface="Segoe UI"/>
              </a:defRPr>
            </a:lvl7pPr>
            <a:lvl8pPr algn="l">
              <a:defRPr sz="2175" b="1">
                <a:solidFill>
                  <a:srgbClr val="071F36"/>
                </a:solidFill>
                <a:latin typeface="Segoe UI"/>
                <a:ea typeface="Segoe UI"/>
                <a:cs typeface="Segoe UI"/>
              </a:defRPr>
            </a:lvl8pPr>
            <a:lvl9pPr algn="l">
              <a:defRPr sz="2175" b="1">
                <a:solidFill>
                  <a:srgbClr val="071F36"/>
                </a:solidFill>
                <a:latin typeface="Segoe UI"/>
                <a:ea typeface="Segoe UI"/>
                <a:cs typeface="Segoe UI"/>
              </a:defRPr>
            </a:lvl9pPr>
          </a:lstStyle>
          <a:p xmlns:a="http://schemas.openxmlformats.org/drawingml/2006/main">
            <a:pPr algn="l">
              <a:defRPr sz="2175" b="1">
                <a:solidFill>
                  <a:srgbClr val="071F36"/>
                </a:solidFill>
                <a:latin typeface="Segoe UI"/>
                <a:ea typeface="Segoe UI"/>
                <a:cs typeface="Segoe UI"/>
              </a:defRPr>
            </a:pPr>
            <a:r>
              <a:rPr sz="2175" b="1">
                <a:solidFill>
                  <a:srgbClr val="071F36"/>
                </a:solidFill>
                <a:latin typeface="Segoe UI"/>
                <a:ea typeface="Segoe UI"/>
                <a:cs typeface="Segoe UI"/>
              </a:rPr>
              <a:t>multilingual-e5-base</a:t>
            </a:r>
          </a:p>
        </p:txBody>
      </p:sp>
      <p:sp>
        <p:nvSpPr>
          <p:cNvPr id="13" name="proof-date">
            <a:extLst xmlns:a="http://schemas.openxmlformats.org/drawingml/2006/main">
              <a:ext uri="{FF2B5EF4-FFF2-40B4-BE49-F238E27FC236}">
                <a16:creationId xmlns:a16="http://schemas.microsoft.com/office/drawing/2014/main" id="{65B60C75-6CA5-4D5E-B6D7-0DDDDAE2FACB}"/>
              </a:ext>
            </a:extLst>
          </p:cNvPr>
          <p:cNvSpPr>
            <a:spLocks xmlns:a="http://schemas.openxmlformats.org/drawingml/2006/main" noGrp="1"/>
          </p:cNvSpPr>
          <p:nvPr/>
        </p:nvSpPr>
        <p:spPr>
          <a:xfrm xmlns:a="http://schemas.openxmlformats.org/drawingml/2006/main">
            <a:off x="6400800" y="47910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F62"/>
                </a:solidFill>
                <a:latin typeface="Segoe UI"/>
                <a:ea typeface="Segoe UI"/>
                <a:cs typeface="Segoe UI"/>
              </a:defRPr>
            </a:defPPr>
            <a:lvl1pPr algn="l">
              <a:defRPr sz="1875" b="0">
                <a:solidFill>
                  <a:srgbClr val="334F62"/>
                </a:solidFill>
                <a:latin typeface="Segoe UI"/>
                <a:ea typeface="Segoe UI"/>
                <a:cs typeface="Segoe UI"/>
              </a:defRPr>
            </a:lvl1pPr>
            <a:lvl2pPr algn="l">
              <a:defRPr sz="1875" b="0">
                <a:solidFill>
                  <a:srgbClr val="334F62"/>
                </a:solidFill>
                <a:latin typeface="Segoe UI"/>
                <a:ea typeface="Segoe UI"/>
                <a:cs typeface="Segoe UI"/>
              </a:defRPr>
            </a:lvl2pPr>
            <a:lvl3pPr algn="l">
              <a:defRPr sz="1875" b="0">
                <a:solidFill>
                  <a:srgbClr val="334F62"/>
                </a:solidFill>
                <a:latin typeface="Segoe UI"/>
                <a:ea typeface="Segoe UI"/>
                <a:cs typeface="Segoe UI"/>
              </a:defRPr>
            </a:lvl3pPr>
            <a:lvl4pPr algn="l">
              <a:defRPr sz="1875" b="0">
                <a:solidFill>
                  <a:srgbClr val="334F62"/>
                </a:solidFill>
                <a:latin typeface="Segoe UI"/>
                <a:ea typeface="Segoe UI"/>
                <a:cs typeface="Segoe UI"/>
              </a:defRPr>
            </a:lvl4pPr>
            <a:lvl5pPr algn="l">
              <a:defRPr sz="1875" b="0">
                <a:solidFill>
                  <a:srgbClr val="334F62"/>
                </a:solidFill>
                <a:latin typeface="Segoe UI"/>
                <a:ea typeface="Segoe UI"/>
                <a:cs typeface="Segoe UI"/>
              </a:defRPr>
            </a:lvl5pPr>
            <a:lvl6pPr algn="l">
              <a:defRPr sz="1875" b="0">
                <a:solidFill>
                  <a:srgbClr val="334F62"/>
                </a:solidFill>
                <a:latin typeface="Segoe UI"/>
                <a:ea typeface="Segoe UI"/>
                <a:cs typeface="Segoe UI"/>
              </a:defRPr>
            </a:lvl6pPr>
            <a:lvl7pPr algn="l">
              <a:defRPr sz="1875" b="0">
                <a:solidFill>
                  <a:srgbClr val="334F62"/>
                </a:solidFill>
                <a:latin typeface="Segoe UI"/>
                <a:ea typeface="Segoe UI"/>
                <a:cs typeface="Segoe UI"/>
              </a:defRPr>
            </a:lvl7pPr>
            <a:lvl8pPr algn="l">
              <a:defRPr sz="1875" b="0">
                <a:solidFill>
                  <a:srgbClr val="334F62"/>
                </a:solidFill>
                <a:latin typeface="Segoe UI"/>
                <a:ea typeface="Segoe UI"/>
                <a:cs typeface="Segoe UI"/>
              </a:defRPr>
            </a:lvl8pPr>
            <a:lvl9pPr algn="l">
              <a:defRPr sz="1875" b="0">
                <a:solidFill>
                  <a:srgbClr val="334F62"/>
                </a:solidFill>
                <a:latin typeface="Segoe UI"/>
                <a:ea typeface="Segoe UI"/>
                <a:cs typeface="Segoe UI"/>
              </a:defRPr>
            </a:lvl9pPr>
          </a:lstStyle>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25 October 2026</a:t>
            </a:r>
          </a:p>
          <a:p xmlns:a="http://schemas.openxmlformats.org/drawingml/2006/main">
            <a:pPr algn="l">
              <a:defRPr sz="1875" b="0">
                <a:solidFill>
                  <a:srgbClr val="334F62"/>
                </a:solidFill>
                <a:latin typeface="Segoe UI"/>
                <a:ea typeface="Segoe UI"/>
                <a:cs typeface="Segoe UI"/>
              </a:defRPr>
            </a:pPr>
            <a:r>
              <a:rPr sz="1875" b="0">
                <a:solidFill>
                  <a:srgbClr val="334F62"/>
                </a:solidFill>
                <a:latin typeface="Segoe UI"/>
                <a:ea typeface="Segoe UI"/>
                <a:cs typeface="Segoe UI"/>
              </a:rPr>
              <a:t>03:11 MYT</a:t>
            </a:r>
          </a:p>
        </p:txBody>
      </p:sp>
      <p:pic>
        <p:nvPicPr>
          <p:cNvPr id="14" name="">
            <a:extLst xmlns:a="http://schemas.openxmlformats.org/drawingml/2006/main">
              <a:ext uri="{FF2B5EF4-FFF2-40B4-BE49-F238E27FC236}">
                <a16:creationId xmlns:a16="http://schemas.microsoft.com/office/drawing/2014/main" id="{6CAF5A24-C5B5-44D9-8DDF-C43AF1EBE898}"/>
              </a:ext>
            </a:extLst>
          </p:cNvPr>
          <p:cNvPicPr>
            <a:picLocks xmlns:a="http://schemas.openxmlformats.org/drawingml/2006/main" noChangeAspect="1"/>
          </p:cNvPicPr>
          <p:nvPr/>
        </p:nvPicPr>
        <p:blipFill>
          <a:blip xmlns:r="http://schemas.openxmlformats.org/officeDocument/2006/relationships" xmlns:a="http://schemas.openxmlformats.org/drawingml/2006/main" r:embed="Re04db57a844b45d0"/>
          <a:stretch xmlns:a="http://schemas.openxmlformats.org/drawingml/2006/main"/>
        </p:blipFill>
        <p:spPr>
          <a:xfrm xmlns:a="http://schemas.openxmlformats.org/drawingml/2006/main">
            <a:off x="9563100" y="4188619"/>
            <a:ext cx="2000250" cy="1500188"/>
          </a:xfrm>
          <a:prstGeom xmlns:a="http://schemas.openxmlformats.org/drawingml/2006/main" prst="rect">
            <a:avLst/>
          </a:prstGeom>
        </p:spPr>
      </p:pic>
      <p:sp>
        <p:nvSpPr>
          <p:cNvPr id="15" name="proof-boundary">
            <a:extLst xmlns:a="http://schemas.openxmlformats.org/drawingml/2006/main">
              <a:ext uri="{FF2B5EF4-FFF2-40B4-BE49-F238E27FC236}">
                <a16:creationId xmlns:a16="http://schemas.microsoft.com/office/drawing/2014/main" id="{F2AE1583-4BB6-4AF9-9CBF-A47471F9FD04}"/>
              </a:ext>
            </a:extLst>
          </p:cNvPr>
          <p:cNvSpPr>
            <a:spLocks xmlns:a="http://schemas.openxmlformats.org/drawingml/2006/main" noGrp="1"/>
          </p:cNvSpPr>
          <p:nvPr/>
        </p:nvSpPr>
        <p:spPr>
          <a:xfrm xmlns:a="http://schemas.openxmlformats.org/drawingml/2006/main">
            <a:off x="723900" y="63627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334F62"/>
                </a:solidFill>
                <a:latin typeface="Segoe UI"/>
                <a:ea typeface="Segoe UI"/>
                <a:cs typeface="Segoe UI"/>
              </a:defRPr>
            </a:defPPr>
            <a:lvl1pPr algn="l">
              <a:defRPr sz="1350" b="0">
                <a:solidFill>
                  <a:srgbClr val="334F62"/>
                </a:solidFill>
                <a:latin typeface="Segoe UI"/>
                <a:ea typeface="Segoe UI"/>
                <a:cs typeface="Segoe UI"/>
              </a:defRPr>
            </a:lvl1pPr>
            <a:lvl2pPr algn="l">
              <a:defRPr sz="1350" b="0">
                <a:solidFill>
                  <a:srgbClr val="334F62"/>
                </a:solidFill>
                <a:latin typeface="Segoe UI"/>
                <a:ea typeface="Segoe UI"/>
                <a:cs typeface="Segoe UI"/>
              </a:defRPr>
            </a:lvl2pPr>
            <a:lvl3pPr algn="l">
              <a:defRPr sz="1350" b="0">
                <a:solidFill>
                  <a:srgbClr val="334F62"/>
                </a:solidFill>
                <a:latin typeface="Segoe UI"/>
                <a:ea typeface="Segoe UI"/>
                <a:cs typeface="Segoe UI"/>
              </a:defRPr>
            </a:lvl3pPr>
            <a:lvl4pPr algn="l">
              <a:defRPr sz="1350" b="0">
                <a:solidFill>
                  <a:srgbClr val="334F62"/>
                </a:solidFill>
                <a:latin typeface="Segoe UI"/>
                <a:ea typeface="Segoe UI"/>
                <a:cs typeface="Segoe UI"/>
              </a:defRPr>
            </a:lvl4pPr>
            <a:lvl5pPr algn="l">
              <a:defRPr sz="1350" b="0">
                <a:solidFill>
                  <a:srgbClr val="334F62"/>
                </a:solidFill>
                <a:latin typeface="Segoe UI"/>
                <a:ea typeface="Segoe UI"/>
                <a:cs typeface="Segoe UI"/>
              </a:defRPr>
            </a:lvl5pPr>
            <a:lvl6pPr algn="l">
              <a:defRPr sz="1350" b="0">
                <a:solidFill>
                  <a:srgbClr val="334F62"/>
                </a:solidFill>
                <a:latin typeface="Segoe UI"/>
                <a:ea typeface="Segoe UI"/>
                <a:cs typeface="Segoe UI"/>
              </a:defRPr>
            </a:lvl6pPr>
            <a:lvl7pPr algn="l">
              <a:defRPr sz="1350" b="0">
                <a:solidFill>
                  <a:srgbClr val="334F62"/>
                </a:solidFill>
                <a:latin typeface="Segoe UI"/>
                <a:ea typeface="Segoe UI"/>
                <a:cs typeface="Segoe UI"/>
              </a:defRPr>
            </a:lvl7pPr>
            <a:lvl8pPr algn="l">
              <a:defRPr sz="1350" b="0">
                <a:solidFill>
                  <a:srgbClr val="334F62"/>
                </a:solidFill>
                <a:latin typeface="Segoe UI"/>
                <a:ea typeface="Segoe UI"/>
                <a:cs typeface="Segoe UI"/>
              </a:defRPr>
            </a:lvl8pPr>
            <a:lvl9pPr algn="l">
              <a:defRPr sz="1350" b="0">
                <a:solidFill>
                  <a:srgbClr val="334F62"/>
                </a:solidFill>
                <a:latin typeface="Segoe UI"/>
                <a:ea typeface="Segoe UI"/>
                <a:cs typeface="Segoe UI"/>
              </a:defRPr>
            </a:lvl9pPr>
          </a:lstStyle>
          <a:p xmlns:a="http://schemas.openxmlformats.org/drawingml/2006/main">
            <a:pPr algn="l">
              <a:defRPr sz="1350" b="0">
                <a:solidFill>
                  <a:srgbClr val="334F62"/>
                </a:solidFill>
                <a:latin typeface="Segoe UI"/>
                <a:ea typeface="Segoe UI"/>
                <a:cs typeface="Segoe UI"/>
              </a:defRPr>
            </a:pPr>
            <a:r>
              <a:rPr sz="1350" b="0">
                <a:solidFill>
                  <a:srgbClr val="334F62"/>
                </a:solidFill>
                <a:latin typeface="Segoe UI"/>
                <a:ea typeface="Segoe UI"/>
                <a:cs typeface="Segoe UI"/>
              </a:rPr>
              <a:t>Pinned E5 revision · actual CUDA response · dated provider receipt retained</a:t>
            </a:r>
          </a:p>
        </p:txBody>
      </p:sp>
    </p:spTree>
    <p:extLst>
      <p:ext uri="{BB962C8B-B14F-4D97-AF65-F5344CB8AC3E}">
        <p14:creationId xmlns:p14="http://schemas.microsoft.com/office/powerpoint/2010/main" val="11807946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BAA5F5E-41B0-4430-8932-20DA886C7BA5}"/>
              </a:ext>
            </a:extLst>
          </p:cNvPr>
          <p:cNvPicPr>
            <a:picLocks xmlns:a="http://schemas.openxmlformats.org/drawingml/2006/main" noChangeAspect="1"/>
          </p:cNvPicPr>
          <p:nvPr/>
        </p:nvPicPr>
        <p:blipFill>
          <a:blip xmlns:r="http://schemas.openxmlformats.org/officeDocument/2006/relationships" xmlns:a="http://schemas.openxmlformats.org/drawingml/2006/main" r:embed="Rf4ebe2dd660a492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reading-wash">
            <a:extLst xmlns:a="http://schemas.openxmlformats.org/drawingml/2006/main">
              <a:ext uri="{FF2B5EF4-FFF2-40B4-BE49-F238E27FC236}">
                <a16:creationId xmlns:a16="http://schemas.microsoft.com/office/drawing/2014/main" id="{5E35CF8E-32E1-46CD-BE57-5CD1136A73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6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26DF3F7-E0E5-4E39-90C9-EE1B7338E65A}"/>
              </a:ext>
            </a:extLst>
          </p:cNvPr>
          <p:cNvPicPr>
            <a:picLocks xmlns:a="http://schemas.openxmlformats.org/drawingml/2006/main" noChangeAspect="1"/>
          </p:cNvPicPr>
          <p:nvPr/>
        </p:nvPicPr>
        <p:blipFill>
          <a:blip xmlns:r="http://schemas.openxmlformats.org/officeDocument/2006/relationships" xmlns:a="http://schemas.openxmlformats.org/drawingml/2006/main" r:embed="Rd428766d34b247d1"/>
          <a:stretch xmlns:a="http://schemas.openxmlformats.org/drawingml/2006/main"/>
        </p:blipFill>
        <p:spPr>
          <a:xfrm xmlns:a="http://schemas.openxmlformats.org/drawingml/2006/main">
            <a:off x="11372850" y="333375"/>
            <a:ext cx="552450" cy="5524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0A1A2B04-45CC-4FF9-A9C1-1AFDFBF2AA5B}"/>
              </a:ext>
            </a:extLst>
          </p:cNvPr>
          <p:cNvSpPr>
            <a:spLocks xmlns:a="http://schemas.openxmlformats.org/drawingml/2006/main" noGrp="1"/>
          </p:cNvSpPr>
          <p:nvPr/>
        </p:nvSpPr>
        <p:spPr>
          <a:xfrm xmlns:a="http://schemas.openxmlformats.org/drawingml/2006/main">
            <a:off x="609600" y="4476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71F36"/>
                </a:solidFill>
                <a:latin typeface="Segoe UI"/>
                <a:ea typeface="Segoe UI"/>
                <a:cs typeface="Segoe UI"/>
              </a:defRPr>
            </a:defPPr>
            <a:lvl1pPr algn="l">
              <a:defRPr sz="3300" b="1">
                <a:solidFill>
                  <a:srgbClr val="071F36"/>
                </a:solidFill>
                <a:latin typeface="Segoe UI"/>
                <a:ea typeface="Segoe UI"/>
                <a:cs typeface="Segoe UI"/>
              </a:defRPr>
            </a:lvl1pPr>
            <a:lvl2pPr algn="l">
              <a:defRPr sz="3300" b="1">
                <a:solidFill>
                  <a:srgbClr val="071F36"/>
                </a:solidFill>
                <a:latin typeface="Segoe UI"/>
                <a:ea typeface="Segoe UI"/>
                <a:cs typeface="Segoe UI"/>
              </a:defRPr>
            </a:lvl2pPr>
            <a:lvl3pPr algn="l">
              <a:defRPr sz="3300" b="1">
                <a:solidFill>
                  <a:srgbClr val="071F36"/>
                </a:solidFill>
                <a:latin typeface="Segoe UI"/>
                <a:ea typeface="Segoe UI"/>
                <a:cs typeface="Segoe UI"/>
              </a:defRPr>
            </a:lvl3pPr>
            <a:lvl4pPr algn="l">
              <a:defRPr sz="3300" b="1">
                <a:solidFill>
                  <a:srgbClr val="071F36"/>
                </a:solidFill>
                <a:latin typeface="Segoe UI"/>
                <a:ea typeface="Segoe UI"/>
                <a:cs typeface="Segoe UI"/>
              </a:defRPr>
            </a:lvl4pPr>
            <a:lvl5pPr algn="l">
              <a:defRPr sz="3300" b="1">
                <a:solidFill>
                  <a:srgbClr val="071F36"/>
                </a:solidFill>
                <a:latin typeface="Segoe UI"/>
                <a:ea typeface="Segoe UI"/>
                <a:cs typeface="Segoe UI"/>
              </a:defRPr>
            </a:lvl5pPr>
            <a:lvl6pPr algn="l">
              <a:defRPr sz="3300" b="1">
                <a:solidFill>
                  <a:srgbClr val="071F36"/>
                </a:solidFill>
                <a:latin typeface="Segoe UI"/>
                <a:ea typeface="Segoe UI"/>
                <a:cs typeface="Segoe UI"/>
              </a:defRPr>
            </a:lvl6pPr>
            <a:lvl7pPr algn="l">
              <a:defRPr sz="3300" b="1">
                <a:solidFill>
                  <a:srgbClr val="071F36"/>
                </a:solidFill>
                <a:latin typeface="Segoe UI"/>
                <a:ea typeface="Segoe UI"/>
                <a:cs typeface="Segoe UI"/>
              </a:defRPr>
            </a:lvl7pPr>
            <a:lvl8pPr algn="l">
              <a:defRPr sz="3300" b="1">
                <a:solidFill>
                  <a:srgbClr val="071F36"/>
                </a:solidFill>
                <a:latin typeface="Segoe UI"/>
                <a:ea typeface="Segoe UI"/>
                <a:cs typeface="Segoe UI"/>
              </a:defRPr>
            </a:lvl8pPr>
            <a:lvl9pPr algn="l">
              <a:defRPr sz="3300" b="1">
                <a:solidFill>
                  <a:srgbClr val="071F36"/>
                </a:solidFill>
                <a:latin typeface="Segoe UI"/>
                <a:ea typeface="Segoe UI"/>
                <a:cs typeface="Segoe UI"/>
              </a:defRPr>
            </a:lvl9pPr>
          </a:lstStyle>
          <a:p xmlns:a="http://schemas.openxmlformats.org/drawingml/2006/main">
            <a:pPr algn="l">
              <a:defRPr sz="3300" b="1">
                <a:solidFill>
                  <a:srgbClr val="071F36"/>
                </a:solidFill>
                <a:latin typeface="Segoe UI"/>
                <a:ea typeface="Segoe UI"/>
                <a:cs typeface="Segoe UI"/>
              </a:defRPr>
            </a:pPr>
            <a:r>
              <a:rPr sz="3300" b="1">
                <a:solidFill>
                  <a:srgbClr val="071F36"/>
                </a:solidFill>
                <a:latin typeface="Segoe UI"/>
                <a:ea typeface="Segoe UI"/>
                <a:cs typeface="Segoe UI"/>
              </a:rPr>
              <a:t>Next: a learner pilot</a:t>
            </a:r>
          </a:p>
        </p:txBody>
      </p:sp>
      <p:sp>
        <p:nvSpPr>
          <p:cNvPr id="5" name="folio">
            <a:extLst xmlns:a="http://schemas.openxmlformats.org/drawingml/2006/main">
              <a:ext uri="{FF2B5EF4-FFF2-40B4-BE49-F238E27FC236}">
                <a16:creationId xmlns:a16="http://schemas.microsoft.com/office/drawing/2014/main" id="{5AA008CF-7950-4F52-9641-B3E33E1C8F0C}"/>
              </a:ext>
            </a:extLst>
          </p:cNvPr>
          <p:cNvSpPr>
            <a:spLocks xmlns:a="http://schemas.openxmlformats.org/drawingml/2006/main" noGrp="1"/>
          </p:cNvSpPr>
          <p:nvPr/>
        </p:nvSpPr>
        <p:spPr>
          <a:xfrm xmlns:a="http://schemas.openxmlformats.org/drawingml/2006/main">
            <a:off x="11182350" y="6429375"/>
            <a:ext cx="409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34F62"/>
                </a:solidFill>
                <a:latin typeface="Segoe UI"/>
                <a:ea typeface="Segoe UI"/>
                <a:cs typeface="Segoe UI"/>
              </a:defRPr>
            </a:defPPr>
            <a:lvl1pPr algn="l">
              <a:defRPr sz="1275" b="0">
                <a:solidFill>
                  <a:srgbClr val="334F62"/>
                </a:solidFill>
                <a:latin typeface="Segoe UI"/>
                <a:ea typeface="Segoe UI"/>
                <a:cs typeface="Segoe UI"/>
              </a:defRPr>
            </a:lvl1pPr>
            <a:lvl2pPr algn="l">
              <a:defRPr sz="1275" b="0">
                <a:solidFill>
                  <a:srgbClr val="334F62"/>
                </a:solidFill>
                <a:latin typeface="Segoe UI"/>
                <a:ea typeface="Segoe UI"/>
                <a:cs typeface="Segoe UI"/>
              </a:defRPr>
            </a:lvl2pPr>
            <a:lvl3pPr algn="l">
              <a:defRPr sz="1275" b="0">
                <a:solidFill>
                  <a:srgbClr val="334F62"/>
                </a:solidFill>
                <a:latin typeface="Segoe UI"/>
                <a:ea typeface="Segoe UI"/>
                <a:cs typeface="Segoe UI"/>
              </a:defRPr>
            </a:lvl3pPr>
            <a:lvl4pPr algn="l">
              <a:defRPr sz="1275" b="0">
                <a:solidFill>
                  <a:srgbClr val="334F62"/>
                </a:solidFill>
                <a:latin typeface="Segoe UI"/>
                <a:ea typeface="Segoe UI"/>
                <a:cs typeface="Segoe UI"/>
              </a:defRPr>
            </a:lvl4pPr>
            <a:lvl5pPr algn="l">
              <a:defRPr sz="1275" b="0">
                <a:solidFill>
                  <a:srgbClr val="334F62"/>
                </a:solidFill>
                <a:latin typeface="Segoe UI"/>
                <a:ea typeface="Segoe UI"/>
                <a:cs typeface="Segoe UI"/>
              </a:defRPr>
            </a:lvl5pPr>
            <a:lvl6pPr algn="l">
              <a:defRPr sz="1275" b="0">
                <a:solidFill>
                  <a:srgbClr val="334F62"/>
                </a:solidFill>
                <a:latin typeface="Segoe UI"/>
                <a:ea typeface="Segoe UI"/>
                <a:cs typeface="Segoe UI"/>
              </a:defRPr>
            </a:lvl6pPr>
            <a:lvl7pPr algn="l">
              <a:defRPr sz="1275" b="0">
                <a:solidFill>
                  <a:srgbClr val="334F62"/>
                </a:solidFill>
                <a:latin typeface="Segoe UI"/>
                <a:ea typeface="Segoe UI"/>
                <a:cs typeface="Segoe UI"/>
              </a:defRPr>
            </a:lvl7pPr>
            <a:lvl8pPr algn="l">
              <a:defRPr sz="1275" b="0">
                <a:solidFill>
                  <a:srgbClr val="334F62"/>
                </a:solidFill>
                <a:latin typeface="Segoe UI"/>
                <a:ea typeface="Segoe UI"/>
                <a:cs typeface="Segoe UI"/>
              </a:defRPr>
            </a:lvl8pPr>
            <a:lvl9pPr algn="l">
              <a:defRPr sz="1275" b="0">
                <a:solidFill>
                  <a:srgbClr val="334F62"/>
                </a:solidFill>
                <a:latin typeface="Segoe UI"/>
                <a:ea typeface="Segoe UI"/>
                <a:cs typeface="Segoe UI"/>
              </a:defRPr>
            </a:lvl9pPr>
          </a:lstStyle>
          <a:p xmlns:a="http://schemas.openxmlformats.org/drawingml/2006/main">
            <a:pPr algn="l">
              <a:defRPr sz="1275" b="0">
                <a:solidFill>
                  <a:srgbClr val="334F62"/>
                </a:solidFill>
                <a:latin typeface="Segoe UI"/>
                <a:ea typeface="Segoe UI"/>
                <a:cs typeface="Segoe UI"/>
              </a:defRPr>
            </a:pPr>
            <a:r>
              <a:rPr sz="1275" b="0">
                <a:solidFill>
                  <a:srgbClr val="334F62"/>
                </a:solidFill>
                <a:latin typeface="Segoe UI"/>
                <a:ea typeface="Segoe UI"/>
                <a:cs typeface="Segoe UI"/>
              </a:rPr>
              <a:t>14</a:t>
            </a:r>
          </a:p>
        </p:txBody>
      </p:sp>
      <p:sp>
        <p:nvSpPr>
          <p:cNvPr id="6" name="pilot-label">
            <a:extLst xmlns:a="http://schemas.openxmlformats.org/drawingml/2006/main">
              <a:ext uri="{FF2B5EF4-FFF2-40B4-BE49-F238E27FC236}">
                <a16:creationId xmlns:a16="http://schemas.microsoft.com/office/drawing/2014/main" id="{90E2B06B-C38C-43D3-AA8D-022A0AB85979}"/>
              </a:ext>
            </a:extLst>
          </p:cNvPr>
          <p:cNvSpPr>
            <a:spLocks xmlns:a="http://schemas.openxmlformats.org/drawingml/2006/main" noGrp="1"/>
          </p:cNvSpPr>
          <p:nvPr/>
        </p:nvSpPr>
        <p:spPr>
          <a:xfrm xmlns:a="http://schemas.openxmlformats.org/drawingml/2006/main">
            <a:off x="685800" y="14573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3F8B"/>
                </a:solidFill>
                <a:latin typeface="Segoe UI"/>
                <a:ea typeface="Segoe UI"/>
                <a:cs typeface="Segoe UI"/>
              </a:defRPr>
            </a:defPPr>
            <a:lvl1pPr algn="l">
              <a:defRPr sz="2400" b="1">
                <a:solidFill>
                  <a:srgbClr val="153F8B"/>
                </a:solidFill>
                <a:latin typeface="Segoe UI"/>
                <a:ea typeface="Segoe UI"/>
                <a:cs typeface="Segoe UI"/>
              </a:defRPr>
            </a:lvl1pPr>
            <a:lvl2pPr algn="l">
              <a:defRPr sz="2400" b="1">
                <a:solidFill>
                  <a:srgbClr val="153F8B"/>
                </a:solidFill>
                <a:latin typeface="Segoe UI"/>
                <a:ea typeface="Segoe UI"/>
                <a:cs typeface="Segoe UI"/>
              </a:defRPr>
            </a:lvl2pPr>
            <a:lvl3pPr algn="l">
              <a:defRPr sz="2400" b="1">
                <a:solidFill>
                  <a:srgbClr val="153F8B"/>
                </a:solidFill>
                <a:latin typeface="Segoe UI"/>
                <a:ea typeface="Segoe UI"/>
                <a:cs typeface="Segoe UI"/>
              </a:defRPr>
            </a:lvl3pPr>
            <a:lvl4pPr algn="l">
              <a:defRPr sz="2400" b="1">
                <a:solidFill>
                  <a:srgbClr val="153F8B"/>
                </a:solidFill>
                <a:latin typeface="Segoe UI"/>
                <a:ea typeface="Segoe UI"/>
                <a:cs typeface="Segoe UI"/>
              </a:defRPr>
            </a:lvl4pPr>
            <a:lvl5pPr algn="l">
              <a:defRPr sz="2400" b="1">
                <a:solidFill>
                  <a:srgbClr val="153F8B"/>
                </a:solidFill>
                <a:latin typeface="Segoe UI"/>
                <a:ea typeface="Segoe UI"/>
                <a:cs typeface="Segoe UI"/>
              </a:defRPr>
            </a:lvl5pPr>
            <a:lvl6pPr algn="l">
              <a:defRPr sz="2400" b="1">
                <a:solidFill>
                  <a:srgbClr val="153F8B"/>
                </a:solidFill>
                <a:latin typeface="Segoe UI"/>
                <a:ea typeface="Segoe UI"/>
                <a:cs typeface="Segoe UI"/>
              </a:defRPr>
            </a:lvl6pPr>
            <a:lvl7pPr algn="l">
              <a:defRPr sz="2400" b="1">
                <a:solidFill>
                  <a:srgbClr val="153F8B"/>
                </a:solidFill>
                <a:latin typeface="Segoe UI"/>
                <a:ea typeface="Segoe UI"/>
                <a:cs typeface="Segoe UI"/>
              </a:defRPr>
            </a:lvl7pPr>
            <a:lvl8pPr algn="l">
              <a:defRPr sz="2400" b="1">
                <a:solidFill>
                  <a:srgbClr val="153F8B"/>
                </a:solidFill>
                <a:latin typeface="Segoe UI"/>
                <a:ea typeface="Segoe UI"/>
                <a:cs typeface="Segoe UI"/>
              </a:defRPr>
            </a:lvl8pPr>
            <a:lvl9pPr algn="l">
              <a:defRPr sz="2400" b="1">
                <a:solidFill>
                  <a:srgbClr val="153F8B"/>
                </a:solidFill>
                <a:latin typeface="Segoe UI"/>
                <a:ea typeface="Segoe UI"/>
                <a:cs typeface="Segoe UI"/>
              </a:defRPr>
            </a:lvl9pPr>
          </a:lstStyle>
          <a:p xmlns:a="http://schemas.openxmlformats.org/drawingml/2006/main">
            <a:pPr algn="l">
              <a:defRPr sz="2400" b="1">
                <a:solidFill>
                  <a:srgbClr val="153F8B"/>
                </a:solidFill>
                <a:latin typeface="Segoe UI"/>
                <a:ea typeface="Segoe UI"/>
                <a:cs typeface="Segoe UI"/>
              </a:defRPr>
            </a:pPr>
            <a:r>
              <a:rPr sz="2400" b="1">
                <a:solidFill>
                  <a:srgbClr val="153F8B"/>
                </a:solidFill>
                <a:latin typeface="Segoe UI"/>
                <a:ea typeface="Segoe UI"/>
                <a:cs typeface="Segoe UI"/>
              </a:rPr>
              <a:t>Proposed pilot with 10 learners</a:t>
            </a:r>
          </a:p>
        </p:txBody>
      </p:sp>
      <p:sp>
        <p:nvSpPr>
          <p:cNvPr id="7" name="pilot-time-value">
            <a:extLst xmlns:a="http://schemas.openxmlformats.org/drawingml/2006/main">
              <a:ext uri="{FF2B5EF4-FFF2-40B4-BE49-F238E27FC236}">
                <a16:creationId xmlns:a16="http://schemas.microsoft.com/office/drawing/2014/main" id="{B6DE22CC-9218-4BF9-A148-B14F946A3577}"/>
              </a:ext>
            </a:extLst>
          </p:cNvPr>
          <p:cNvSpPr>
            <a:spLocks xmlns:a="http://schemas.openxmlformats.org/drawingml/2006/main" noGrp="1"/>
          </p:cNvSpPr>
          <p:nvPr/>
        </p:nvSpPr>
        <p:spPr>
          <a:xfrm xmlns:a="http://schemas.openxmlformats.org/drawingml/2006/main">
            <a:off x="685800" y="26098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71F36"/>
                </a:solidFill>
                <a:latin typeface="Segoe UI"/>
                <a:ea typeface="Segoe UI"/>
                <a:cs typeface="Segoe UI"/>
              </a:defRPr>
            </a:defPPr>
            <a:lvl1pPr algn="l">
              <a:defRPr sz="5250" b="1">
                <a:solidFill>
                  <a:srgbClr val="071F36"/>
                </a:solidFill>
                <a:latin typeface="Segoe UI"/>
                <a:ea typeface="Segoe UI"/>
                <a:cs typeface="Segoe UI"/>
              </a:defRPr>
            </a:lvl1pPr>
            <a:lvl2pPr algn="l">
              <a:defRPr sz="5250" b="1">
                <a:solidFill>
                  <a:srgbClr val="071F36"/>
                </a:solidFill>
                <a:latin typeface="Segoe UI"/>
                <a:ea typeface="Segoe UI"/>
                <a:cs typeface="Segoe UI"/>
              </a:defRPr>
            </a:lvl2pPr>
            <a:lvl3pPr algn="l">
              <a:defRPr sz="5250" b="1">
                <a:solidFill>
                  <a:srgbClr val="071F36"/>
                </a:solidFill>
                <a:latin typeface="Segoe UI"/>
                <a:ea typeface="Segoe UI"/>
                <a:cs typeface="Segoe UI"/>
              </a:defRPr>
            </a:lvl3pPr>
            <a:lvl4pPr algn="l">
              <a:defRPr sz="5250" b="1">
                <a:solidFill>
                  <a:srgbClr val="071F36"/>
                </a:solidFill>
                <a:latin typeface="Segoe UI"/>
                <a:ea typeface="Segoe UI"/>
                <a:cs typeface="Segoe UI"/>
              </a:defRPr>
            </a:lvl4pPr>
            <a:lvl5pPr algn="l">
              <a:defRPr sz="5250" b="1">
                <a:solidFill>
                  <a:srgbClr val="071F36"/>
                </a:solidFill>
                <a:latin typeface="Segoe UI"/>
                <a:ea typeface="Segoe UI"/>
                <a:cs typeface="Segoe UI"/>
              </a:defRPr>
            </a:lvl5pPr>
            <a:lvl6pPr algn="l">
              <a:defRPr sz="5250" b="1">
                <a:solidFill>
                  <a:srgbClr val="071F36"/>
                </a:solidFill>
                <a:latin typeface="Segoe UI"/>
                <a:ea typeface="Segoe UI"/>
                <a:cs typeface="Segoe UI"/>
              </a:defRPr>
            </a:lvl6pPr>
            <a:lvl7pPr algn="l">
              <a:defRPr sz="5250" b="1">
                <a:solidFill>
                  <a:srgbClr val="071F36"/>
                </a:solidFill>
                <a:latin typeface="Segoe UI"/>
                <a:ea typeface="Segoe UI"/>
                <a:cs typeface="Segoe UI"/>
              </a:defRPr>
            </a:lvl7pPr>
            <a:lvl8pPr algn="l">
              <a:defRPr sz="5250" b="1">
                <a:solidFill>
                  <a:srgbClr val="071F36"/>
                </a:solidFill>
                <a:latin typeface="Segoe UI"/>
                <a:ea typeface="Segoe UI"/>
                <a:cs typeface="Segoe UI"/>
              </a:defRPr>
            </a:lvl8pPr>
            <a:lvl9pPr algn="l">
              <a:defRPr sz="5250" b="1">
                <a:solidFill>
                  <a:srgbClr val="071F36"/>
                </a:solidFill>
                <a:latin typeface="Segoe UI"/>
                <a:ea typeface="Segoe UI"/>
                <a:cs typeface="Segoe UI"/>
              </a:defRPr>
            </a:lvl9pPr>
          </a:lstStyle>
          <a:p xmlns:a="http://schemas.openxmlformats.org/drawingml/2006/main">
            <a:pPr algn="l">
              <a:defRPr sz="5250" b="1">
                <a:solidFill>
                  <a:srgbClr val="071F36"/>
                </a:solidFill>
                <a:latin typeface="Segoe UI"/>
                <a:ea typeface="Segoe UI"/>
                <a:cs typeface="Segoe UI"/>
              </a:defRPr>
            </a:pPr>
            <a:r>
              <a:rPr sz="5250" b="1">
                <a:solidFill>
                  <a:srgbClr val="071F36"/>
                </a:solidFill>
                <a:latin typeface="Segoe UI"/>
                <a:ea typeface="Segoe UI"/>
                <a:cs typeface="Segoe UI"/>
              </a:rPr>
              <a:t>20%</a:t>
            </a:r>
          </a:p>
        </p:txBody>
      </p:sp>
      <p:sp>
        <p:nvSpPr>
          <p:cNvPr id="8" name="pilot-time-desc">
            <a:extLst xmlns:a="http://schemas.openxmlformats.org/drawingml/2006/main">
              <a:ext uri="{FF2B5EF4-FFF2-40B4-BE49-F238E27FC236}">
                <a16:creationId xmlns:a16="http://schemas.microsoft.com/office/drawing/2014/main" id="{9FFA2B02-B456-4936-BE5E-7741E3AB84F2}"/>
              </a:ext>
            </a:extLst>
          </p:cNvPr>
          <p:cNvSpPr>
            <a:spLocks xmlns:a="http://schemas.openxmlformats.org/drawingml/2006/main" noGrp="1"/>
          </p:cNvSpPr>
          <p:nvPr/>
        </p:nvSpPr>
        <p:spPr>
          <a:xfrm xmlns:a="http://schemas.openxmlformats.org/drawingml/2006/main">
            <a:off x="2857500" y="2714625"/>
            <a:ext cx="4429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F62"/>
                </a:solidFill>
                <a:latin typeface="Segoe UI"/>
                <a:ea typeface="Segoe UI"/>
                <a:cs typeface="Segoe UI"/>
              </a:defRPr>
            </a:defPPr>
            <a:lvl1pPr algn="l">
              <a:defRPr sz="2100" b="0">
                <a:solidFill>
                  <a:srgbClr val="334F62"/>
                </a:solidFill>
                <a:latin typeface="Segoe UI"/>
                <a:ea typeface="Segoe UI"/>
                <a:cs typeface="Segoe UI"/>
              </a:defRPr>
            </a:lvl1pPr>
            <a:lvl2pPr algn="l">
              <a:defRPr sz="2100" b="0">
                <a:solidFill>
                  <a:srgbClr val="334F62"/>
                </a:solidFill>
                <a:latin typeface="Segoe UI"/>
                <a:ea typeface="Segoe UI"/>
                <a:cs typeface="Segoe UI"/>
              </a:defRPr>
            </a:lvl2pPr>
            <a:lvl3pPr algn="l">
              <a:defRPr sz="2100" b="0">
                <a:solidFill>
                  <a:srgbClr val="334F62"/>
                </a:solidFill>
                <a:latin typeface="Segoe UI"/>
                <a:ea typeface="Segoe UI"/>
                <a:cs typeface="Segoe UI"/>
              </a:defRPr>
            </a:lvl3pPr>
            <a:lvl4pPr algn="l">
              <a:defRPr sz="2100" b="0">
                <a:solidFill>
                  <a:srgbClr val="334F62"/>
                </a:solidFill>
                <a:latin typeface="Segoe UI"/>
                <a:ea typeface="Segoe UI"/>
                <a:cs typeface="Segoe UI"/>
              </a:defRPr>
            </a:lvl4pPr>
            <a:lvl5pPr algn="l">
              <a:defRPr sz="2100" b="0">
                <a:solidFill>
                  <a:srgbClr val="334F62"/>
                </a:solidFill>
                <a:latin typeface="Segoe UI"/>
                <a:ea typeface="Segoe UI"/>
                <a:cs typeface="Segoe UI"/>
              </a:defRPr>
            </a:lvl5pPr>
            <a:lvl6pPr algn="l">
              <a:defRPr sz="2100" b="0">
                <a:solidFill>
                  <a:srgbClr val="334F62"/>
                </a:solidFill>
                <a:latin typeface="Segoe UI"/>
                <a:ea typeface="Segoe UI"/>
                <a:cs typeface="Segoe UI"/>
              </a:defRPr>
            </a:lvl6pPr>
            <a:lvl7pPr algn="l">
              <a:defRPr sz="2100" b="0">
                <a:solidFill>
                  <a:srgbClr val="334F62"/>
                </a:solidFill>
                <a:latin typeface="Segoe UI"/>
                <a:ea typeface="Segoe UI"/>
                <a:cs typeface="Segoe UI"/>
              </a:defRPr>
            </a:lvl7pPr>
            <a:lvl8pPr algn="l">
              <a:defRPr sz="2100" b="0">
                <a:solidFill>
                  <a:srgbClr val="334F62"/>
                </a:solidFill>
                <a:latin typeface="Segoe UI"/>
                <a:ea typeface="Segoe UI"/>
                <a:cs typeface="Segoe UI"/>
              </a:defRPr>
            </a:lvl8pPr>
            <a:lvl9pPr algn="l">
              <a:defRPr sz="2100" b="0">
                <a:solidFill>
                  <a:srgbClr val="334F62"/>
                </a:solidFill>
                <a:latin typeface="Segoe UI"/>
                <a:ea typeface="Segoe UI"/>
                <a:cs typeface="Segoe UI"/>
              </a:defRPr>
            </a:lvl9pPr>
          </a:lstStyle>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Less median planning time</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versus a static resource list</a:t>
            </a:r>
          </a:p>
        </p:txBody>
      </p:sp>
      <p:sp>
        <p:nvSpPr>
          <p:cNvPr id="9" name="pilot-understand-value">
            <a:extLst xmlns:a="http://schemas.openxmlformats.org/drawingml/2006/main">
              <a:ext uri="{FF2B5EF4-FFF2-40B4-BE49-F238E27FC236}">
                <a16:creationId xmlns:a16="http://schemas.microsoft.com/office/drawing/2014/main" id="{61740B4C-30DB-44B8-932A-1B126D10F1EC}"/>
              </a:ext>
            </a:extLst>
          </p:cNvPr>
          <p:cNvSpPr>
            <a:spLocks xmlns:a="http://schemas.openxmlformats.org/drawingml/2006/main" noGrp="1"/>
          </p:cNvSpPr>
          <p:nvPr/>
        </p:nvSpPr>
        <p:spPr>
          <a:xfrm xmlns:a="http://schemas.openxmlformats.org/drawingml/2006/main">
            <a:off x="685800" y="419100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05A63"/>
                </a:solidFill>
                <a:latin typeface="Segoe UI"/>
                <a:ea typeface="Segoe UI"/>
                <a:cs typeface="Segoe UI"/>
              </a:defRPr>
            </a:defPPr>
            <a:lvl1pPr algn="l">
              <a:defRPr sz="5250" b="1">
                <a:solidFill>
                  <a:srgbClr val="005A63"/>
                </a:solidFill>
                <a:latin typeface="Segoe UI"/>
                <a:ea typeface="Segoe UI"/>
                <a:cs typeface="Segoe UI"/>
              </a:defRPr>
            </a:lvl1pPr>
            <a:lvl2pPr algn="l">
              <a:defRPr sz="5250" b="1">
                <a:solidFill>
                  <a:srgbClr val="005A63"/>
                </a:solidFill>
                <a:latin typeface="Segoe UI"/>
                <a:ea typeface="Segoe UI"/>
                <a:cs typeface="Segoe UI"/>
              </a:defRPr>
            </a:lvl2pPr>
            <a:lvl3pPr algn="l">
              <a:defRPr sz="5250" b="1">
                <a:solidFill>
                  <a:srgbClr val="005A63"/>
                </a:solidFill>
                <a:latin typeface="Segoe UI"/>
                <a:ea typeface="Segoe UI"/>
                <a:cs typeface="Segoe UI"/>
              </a:defRPr>
            </a:lvl3pPr>
            <a:lvl4pPr algn="l">
              <a:defRPr sz="5250" b="1">
                <a:solidFill>
                  <a:srgbClr val="005A63"/>
                </a:solidFill>
                <a:latin typeface="Segoe UI"/>
                <a:ea typeface="Segoe UI"/>
                <a:cs typeface="Segoe UI"/>
              </a:defRPr>
            </a:lvl4pPr>
            <a:lvl5pPr algn="l">
              <a:defRPr sz="5250" b="1">
                <a:solidFill>
                  <a:srgbClr val="005A63"/>
                </a:solidFill>
                <a:latin typeface="Segoe UI"/>
                <a:ea typeface="Segoe UI"/>
                <a:cs typeface="Segoe UI"/>
              </a:defRPr>
            </a:lvl5pPr>
            <a:lvl6pPr algn="l">
              <a:defRPr sz="5250" b="1">
                <a:solidFill>
                  <a:srgbClr val="005A63"/>
                </a:solidFill>
                <a:latin typeface="Segoe UI"/>
                <a:ea typeface="Segoe UI"/>
                <a:cs typeface="Segoe UI"/>
              </a:defRPr>
            </a:lvl6pPr>
            <a:lvl7pPr algn="l">
              <a:defRPr sz="5250" b="1">
                <a:solidFill>
                  <a:srgbClr val="005A63"/>
                </a:solidFill>
                <a:latin typeface="Segoe UI"/>
                <a:ea typeface="Segoe UI"/>
                <a:cs typeface="Segoe UI"/>
              </a:defRPr>
            </a:lvl7pPr>
            <a:lvl8pPr algn="l">
              <a:defRPr sz="5250" b="1">
                <a:solidFill>
                  <a:srgbClr val="005A63"/>
                </a:solidFill>
                <a:latin typeface="Segoe UI"/>
                <a:ea typeface="Segoe UI"/>
                <a:cs typeface="Segoe UI"/>
              </a:defRPr>
            </a:lvl8pPr>
            <a:lvl9pPr algn="l">
              <a:defRPr sz="5250" b="1">
                <a:solidFill>
                  <a:srgbClr val="005A63"/>
                </a:solidFill>
                <a:latin typeface="Segoe UI"/>
                <a:ea typeface="Segoe UI"/>
                <a:cs typeface="Segoe UI"/>
              </a:defRPr>
            </a:lvl9pPr>
          </a:lstStyle>
          <a:p xmlns:a="http://schemas.openxmlformats.org/drawingml/2006/main">
            <a:pPr algn="l">
              <a:defRPr sz="5250" b="1">
                <a:solidFill>
                  <a:srgbClr val="005A63"/>
                </a:solidFill>
                <a:latin typeface="Segoe UI"/>
                <a:ea typeface="Segoe UI"/>
                <a:cs typeface="Segoe UI"/>
              </a:defRPr>
            </a:pPr>
            <a:r>
              <a:rPr sz="5250" b="1">
                <a:solidFill>
                  <a:srgbClr val="005A63"/>
                </a:solidFill>
                <a:latin typeface="Segoe UI"/>
                <a:ea typeface="Segoe UI"/>
                <a:cs typeface="Segoe UI"/>
              </a:rPr>
              <a:t>80%</a:t>
            </a:r>
          </a:p>
        </p:txBody>
      </p:sp>
      <p:sp>
        <p:nvSpPr>
          <p:cNvPr id="10" name="pilot-understand-desc">
            <a:extLst xmlns:a="http://schemas.openxmlformats.org/drawingml/2006/main">
              <a:ext uri="{FF2B5EF4-FFF2-40B4-BE49-F238E27FC236}">
                <a16:creationId xmlns:a16="http://schemas.microsoft.com/office/drawing/2014/main" id="{335BB0C9-A6BA-475D-B075-94AF5BBC5B29}"/>
              </a:ext>
            </a:extLst>
          </p:cNvPr>
          <p:cNvSpPr>
            <a:spLocks xmlns:a="http://schemas.openxmlformats.org/drawingml/2006/main" noGrp="1"/>
          </p:cNvSpPr>
          <p:nvPr/>
        </p:nvSpPr>
        <p:spPr>
          <a:xfrm xmlns:a="http://schemas.openxmlformats.org/drawingml/2006/main">
            <a:off x="2857500" y="4295775"/>
            <a:ext cx="4429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F62"/>
                </a:solidFill>
                <a:latin typeface="Segoe UI"/>
                <a:ea typeface="Segoe UI"/>
                <a:cs typeface="Segoe UI"/>
              </a:defRPr>
            </a:defPPr>
            <a:lvl1pPr algn="l">
              <a:defRPr sz="2100" b="0">
                <a:solidFill>
                  <a:srgbClr val="334F62"/>
                </a:solidFill>
                <a:latin typeface="Segoe UI"/>
                <a:ea typeface="Segoe UI"/>
                <a:cs typeface="Segoe UI"/>
              </a:defRPr>
            </a:lvl1pPr>
            <a:lvl2pPr algn="l">
              <a:defRPr sz="2100" b="0">
                <a:solidFill>
                  <a:srgbClr val="334F62"/>
                </a:solidFill>
                <a:latin typeface="Segoe UI"/>
                <a:ea typeface="Segoe UI"/>
                <a:cs typeface="Segoe UI"/>
              </a:defRPr>
            </a:lvl2pPr>
            <a:lvl3pPr algn="l">
              <a:defRPr sz="2100" b="0">
                <a:solidFill>
                  <a:srgbClr val="334F62"/>
                </a:solidFill>
                <a:latin typeface="Segoe UI"/>
                <a:ea typeface="Segoe UI"/>
                <a:cs typeface="Segoe UI"/>
              </a:defRPr>
            </a:lvl3pPr>
            <a:lvl4pPr algn="l">
              <a:defRPr sz="2100" b="0">
                <a:solidFill>
                  <a:srgbClr val="334F62"/>
                </a:solidFill>
                <a:latin typeface="Segoe UI"/>
                <a:ea typeface="Segoe UI"/>
                <a:cs typeface="Segoe UI"/>
              </a:defRPr>
            </a:lvl4pPr>
            <a:lvl5pPr algn="l">
              <a:defRPr sz="2100" b="0">
                <a:solidFill>
                  <a:srgbClr val="334F62"/>
                </a:solidFill>
                <a:latin typeface="Segoe UI"/>
                <a:ea typeface="Segoe UI"/>
                <a:cs typeface="Segoe UI"/>
              </a:defRPr>
            </a:lvl5pPr>
            <a:lvl6pPr algn="l">
              <a:defRPr sz="2100" b="0">
                <a:solidFill>
                  <a:srgbClr val="334F62"/>
                </a:solidFill>
                <a:latin typeface="Segoe UI"/>
                <a:ea typeface="Segoe UI"/>
                <a:cs typeface="Segoe UI"/>
              </a:defRPr>
            </a:lvl6pPr>
            <a:lvl7pPr algn="l">
              <a:defRPr sz="2100" b="0">
                <a:solidFill>
                  <a:srgbClr val="334F62"/>
                </a:solidFill>
                <a:latin typeface="Segoe UI"/>
                <a:ea typeface="Segoe UI"/>
                <a:cs typeface="Segoe UI"/>
              </a:defRPr>
            </a:lvl7pPr>
            <a:lvl8pPr algn="l">
              <a:defRPr sz="2100" b="0">
                <a:solidFill>
                  <a:srgbClr val="334F62"/>
                </a:solidFill>
                <a:latin typeface="Segoe UI"/>
                <a:ea typeface="Segoe UI"/>
                <a:cs typeface="Segoe UI"/>
              </a:defRPr>
            </a:lvl8pPr>
            <a:lvl9pPr algn="l">
              <a:defRPr sz="2100" b="0">
                <a:solidFill>
                  <a:srgbClr val="334F62"/>
                </a:solidFill>
                <a:latin typeface="Segoe UI"/>
                <a:ea typeface="Segoe UI"/>
                <a:cs typeface="Segoe UI"/>
              </a:defRPr>
            </a:lvl9pPr>
          </a:lstStyle>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Correctly explain a score</a:t>
            </a:r>
          </a:p>
          <a:p xmlns:a="http://schemas.openxmlformats.org/drawingml/2006/main">
            <a:pPr algn="l">
              <a:defRPr sz="2100" b="0">
                <a:solidFill>
                  <a:srgbClr val="334F62"/>
                </a:solidFill>
                <a:latin typeface="Segoe UI"/>
                <a:ea typeface="Segoe UI"/>
                <a:cs typeface="Segoe UI"/>
              </a:defRPr>
            </a:pPr>
            <a:r>
              <a:rPr sz="2100" b="0">
                <a:solidFill>
                  <a:srgbClr val="334F62"/>
                </a:solidFill>
                <a:latin typeface="Segoe UI"/>
                <a:ea typeface="Segoe UI"/>
                <a:cs typeface="Segoe UI"/>
              </a:rPr>
              <a:t>and its uncertainty</a:t>
            </a:r>
          </a:p>
        </p:txBody>
      </p:sp>
      <p:pic>
        <p:nvPicPr>
          <p:cNvPr id="11" name="">
            <a:extLst xmlns:a="http://schemas.openxmlformats.org/drawingml/2006/main">
              <a:ext uri="{FF2B5EF4-FFF2-40B4-BE49-F238E27FC236}">
                <a16:creationId xmlns:a16="http://schemas.microsoft.com/office/drawing/2014/main" id="{836821F1-2166-4B72-890D-EB25949C4C35}"/>
              </a:ext>
            </a:extLst>
          </p:cNvPr>
          <p:cNvPicPr>
            <a:picLocks xmlns:a="http://schemas.openxmlformats.org/drawingml/2006/main" noChangeAspect="1"/>
          </p:cNvPicPr>
          <p:nvPr/>
        </p:nvPicPr>
        <p:blipFill>
          <a:blip xmlns:r="http://schemas.openxmlformats.org/officeDocument/2006/relationships" xmlns:a="http://schemas.openxmlformats.org/drawingml/2006/main" r:embed="R1674f5c6fd3f4452"/>
          <a:stretch xmlns:a="http://schemas.openxmlformats.org/drawingml/2006/main"/>
        </p:blipFill>
        <p:spPr>
          <a:xfrm xmlns:a="http://schemas.openxmlformats.org/drawingml/2006/main">
            <a:off x="7620000" y="2139553"/>
            <a:ext cx="3971925" cy="2978944"/>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F7A0828-FF2D-4B35-B27A-B1F75AD03D9C}"/>
              </a:ext>
            </a:extLst>
          </p:cNvPr>
          <p:cNvPicPr>
            <a:picLocks xmlns:a="http://schemas.openxmlformats.org/drawingml/2006/main" noChangeAspect="1"/>
          </p:cNvPicPr>
          <p:nvPr/>
        </p:nvPicPr>
        <p:blipFill>
          <a:blip xmlns:r="http://schemas.openxmlformats.org/officeDocument/2006/relationships" xmlns:a="http://schemas.openxmlformats.org/drawingml/2006/main" r:embed="Rb110c185304c48de"/>
          <a:stretch xmlns:a="http://schemas.openxmlformats.org/drawingml/2006/main"/>
        </p:blipFill>
        <p:spPr>
          <a:xfrm xmlns:a="http://schemas.openxmlformats.org/drawingml/2006/main">
            <a:off x="8248650" y="5400675"/>
            <a:ext cx="590550" cy="59055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53CB5130-0C9F-4BE9-9132-72D245607DB8}"/>
              </a:ext>
            </a:extLst>
          </p:cNvPr>
          <p:cNvPicPr>
            <a:picLocks xmlns:a="http://schemas.openxmlformats.org/drawingml/2006/main" noChangeAspect="1"/>
          </p:cNvPicPr>
          <p:nvPr/>
        </p:nvPicPr>
        <p:blipFill>
          <a:blip xmlns:r="http://schemas.openxmlformats.org/officeDocument/2006/relationships" xmlns:a="http://schemas.openxmlformats.org/drawingml/2006/main" r:embed="R034191af61d44333"/>
          <a:stretch xmlns:a="http://schemas.openxmlformats.org/drawingml/2006/main"/>
        </p:blipFill>
        <p:spPr>
          <a:xfrm xmlns:a="http://schemas.openxmlformats.org/drawingml/2006/main">
            <a:off x="8982075" y="5400675"/>
            <a:ext cx="590550" cy="5905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BAFC4FAA-1487-483E-8497-9D979F69B66B}"/>
              </a:ext>
            </a:extLst>
          </p:cNvPr>
          <p:cNvPicPr>
            <a:picLocks xmlns:a="http://schemas.openxmlformats.org/drawingml/2006/main" noChangeAspect="1"/>
          </p:cNvPicPr>
          <p:nvPr/>
        </p:nvPicPr>
        <p:blipFill>
          <a:blip xmlns:r="http://schemas.openxmlformats.org/officeDocument/2006/relationships" xmlns:a="http://schemas.openxmlformats.org/drawingml/2006/main" r:embed="R6b0ee879de8d4df0"/>
          <a:stretch xmlns:a="http://schemas.openxmlformats.org/drawingml/2006/main"/>
        </p:blipFill>
        <p:spPr>
          <a:xfrm xmlns:a="http://schemas.openxmlformats.org/drawingml/2006/main">
            <a:off x="9715500" y="5400675"/>
            <a:ext cx="590550" cy="590550"/>
          </a:xfrm>
          <a:prstGeom xmlns:a="http://schemas.openxmlformats.org/drawingml/2006/main" prst="rect">
            <a:avLst/>
          </a:prstGeom>
        </p:spPr>
      </p:pic>
      <p:sp>
        <p:nvSpPr>
          <p:cNvPr id="15" name="pilot-baseline">
            <a:extLst xmlns:a="http://schemas.openxmlformats.org/drawingml/2006/main">
              <a:ext uri="{FF2B5EF4-FFF2-40B4-BE49-F238E27FC236}">
                <a16:creationId xmlns:a16="http://schemas.microsoft.com/office/drawing/2014/main" id="{B461BA54-E0DF-407C-BFEF-F05A5D43FCBD}"/>
              </a:ext>
            </a:extLst>
          </p:cNvPr>
          <p:cNvSpPr>
            <a:spLocks xmlns:a="http://schemas.openxmlformats.org/drawingml/2006/main" noGrp="1"/>
          </p:cNvSpPr>
          <p:nvPr/>
        </p:nvSpPr>
        <p:spPr>
          <a:xfrm xmlns:a="http://schemas.openxmlformats.org/drawingml/2006/main">
            <a:off x="723900" y="5581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F62"/>
                </a:solidFill>
                <a:latin typeface="Segoe UI"/>
                <a:ea typeface="Segoe UI"/>
                <a:cs typeface="Segoe UI"/>
              </a:defRPr>
            </a:defPPr>
            <a:lvl1pPr algn="l">
              <a:defRPr sz="1725" b="0">
                <a:solidFill>
                  <a:srgbClr val="334F62"/>
                </a:solidFill>
                <a:latin typeface="Segoe UI"/>
                <a:ea typeface="Segoe UI"/>
                <a:cs typeface="Segoe UI"/>
              </a:defRPr>
            </a:lvl1pPr>
            <a:lvl2pPr algn="l">
              <a:defRPr sz="1725" b="0">
                <a:solidFill>
                  <a:srgbClr val="334F62"/>
                </a:solidFill>
                <a:latin typeface="Segoe UI"/>
                <a:ea typeface="Segoe UI"/>
                <a:cs typeface="Segoe UI"/>
              </a:defRPr>
            </a:lvl2pPr>
            <a:lvl3pPr algn="l">
              <a:defRPr sz="1725" b="0">
                <a:solidFill>
                  <a:srgbClr val="334F62"/>
                </a:solidFill>
                <a:latin typeface="Segoe UI"/>
                <a:ea typeface="Segoe UI"/>
                <a:cs typeface="Segoe UI"/>
              </a:defRPr>
            </a:lvl3pPr>
            <a:lvl4pPr algn="l">
              <a:defRPr sz="1725" b="0">
                <a:solidFill>
                  <a:srgbClr val="334F62"/>
                </a:solidFill>
                <a:latin typeface="Segoe UI"/>
                <a:ea typeface="Segoe UI"/>
                <a:cs typeface="Segoe UI"/>
              </a:defRPr>
            </a:lvl4pPr>
            <a:lvl5pPr algn="l">
              <a:defRPr sz="1725" b="0">
                <a:solidFill>
                  <a:srgbClr val="334F62"/>
                </a:solidFill>
                <a:latin typeface="Segoe UI"/>
                <a:ea typeface="Segoe UI"/>
                <a:cs typeface="Segoe UI"/>
              </a:defRPr>
            </a:lvl5pPr>
            <a:lvl6pPr algn="l">
              <a:defRPr sz="1725" b="0">
                <a:solidFill>
                  <a:srgbClr val="334F62"/>
                </a:solidFill>
                <a:latin typeface="Segoe UI"/>
                <a:ea typeface="Segoe UI"/>
                <a:cs typeface="Segoe UI"/>
              </a:defRPr>
            </a:lvl6pPr>
            <a:lvl7pPr algn="l">
              <a:defRPr sz="1725" b="0">
                <a:solidFill>
                  <a:srgbClr val="334F62"/>
                </a:solidFill>
                <a:latin typeface="Segoe UI"/>
                <a:ea typeface="Segoe UI"/>
                <a:cs typeface="Segoe UI"/>
              </a:defRPr>
            </a:lvl7pPr>
            <a:lvl8pPr algn="l">
              <a:defRPr sz="1725" b="0">
                <a:solidFill>
                  <a:srgbClr val="334F62"/>
                </a:solidFill>
                <a:latin typeface="Segoe UI"/>
                <a:ea typeface="Segoe UI"/>
                <a:cs typeface="Segoe UI"/>
              </a:defRPr>
            </a:lvl8pPr>
            <a:lvl9pPr algn="l">
              <a:defRPr sz="1725" b="0">
                <a:solidFill>
                  <a:srgbClr val="334F62"/>
                </a:solidFill>
                <a:latin typeface="Segoe UI"/>
                <a:ea typeface="Segoe UI"/>
                <a:cs typeface="Segoe UI"/>
              </a:defRPr>
            </a:lvl9pPr>
          </a:lstStyle>
          <a:p xmlns:a="http://schemas.openxmlformats.org/drawingml/2006/main">
            <a:pPr algn="l">
              <a:defRPr sz="1725" b="0">
                <a:solidFill>
                  <a:srgbClr val="334F62"/>
                </a:solidFill>
                <a:latin typeface="Segoe UI"/>
                <a:ea typeface="Segoe UI"/>
                <a:cs typeface="Segoe UI"/>
              </a:defRPr>
            </a:pPr>
            <a:r>
              <a:rPr sz="1725" b="0">
                <a:solidFill>
                  <a:srgbClr val="334F62"/>
                </a:solidFill>
                <a:latin typeface="Segoe UI"/>
                <a:ea typeface="Segoe UI"/>
                <a:cs typeface="Segoe UI"/>
              </a:rPr>
              <a:t>Pilot targets: planning speed and explanation quality</a:t>
            </a:r>
          </a:p>
        </p:txBody>
      </p:sp>
      <p:sp>
        <p:nvSpPr>
          <p:cNvPr id="16" name="pilot-disclose">
            <a:extLst xmlns:a="http://schemas.openxmlformats.org/drawingml/2006/main">
              <a:ext uri="{FF2B5EF4-FFF2-40B4-BE49-F238E27FC236}">
                <a16:creationId xmlns:a16="http://schemas.microsoft.com/office/drawing/2014/main" id="{F5E1C1FF-E3F1-4056-ABBE-DA5BFE69F692}"/>
              </a:ext>
            </a:extLst>
          </p:cNvPr>
          <p:cNvSpPr>
            <a:spLocks xmlns:a="http://schemas.openxmlformats.org/drawingml/2006/main" noGrp="1"/>
          </p:cNvSpPr>
          <p:nvPr/>
        </p:nvSpPr>
        <p:spPr>
          <a:xfrm xmlns:a="http://schemas.openxmlformats.org/drawingml/2006/main">
            <a:off x="723900" y="6210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334F62"/>
                </a:solidFill>
                <a:latin typeface="Segoe UI"/>
                <a:ea typeface="Segoe UI"/>
                <a:cs typeface="Segoe UI"/>
              </a:defRPr>
            </a:defPPr>
            <a:lvl1pPr algn="l">
              <a:defRPr sz="1350" b="0">
                <a:solidFill>
                  <a:srgbClr val="334F62"/>
                </a:solidFill>
                <a:latin typeface="Segoe UI"/>
                <a:ea typeface="Segoe UI"/>
                <a:cs typeface="Segoe UI"/>
              </a:defRPr>
            </a:lvl1pPr>
            <a:lvl2pPr algn="l">
              <a:defRPr sz="1350" b="0">
                <a:solidFill>
                  <a:srgbClr val="334F62"/>
                </a:solidFill>
                <a:latin typeface="Segoe UI"/>
                <a:ea typeface="Segoe UI"/>
                <a:cs typeface="Segoe UI"/>
              </a:defRPr>
            </a:lvl2pPr>
            <a:lvl3pPr algn="l">
              <a:defRPr sz="1350" b="0">
                <a:solidFill>
                  <a:srgbClr val="334F62"/>
                </a:solidFill>
                <a:latin typeface="Segoe UI"/>
                <a:ea typeface="Segoe UI"/>
                <a:cs typeface="Segoe UI"/>
              </a:defRPr>
            </a:lvl3pPr>
            <a:lvl4pPr algn="l">
              <a:defRPr sz="1350" b="0">
                <a:solidFill>
                  <a:srgbClr val="334F62"/>
                </a:solidFill>
                <a:latin typeface="Segoe UI"/>
                <a:ea typeface="Segoe UI"/>
                <a:cs typeface="Segoe UI"/>
              </a:defRPr>
            </a:lvl4pPr>
            <a:lvl5pPr algn="l">
              <a:defRPr sz="1350" b="0">
                <a:solidFill>
                  <a:srgbClr val="334F62"/>
                </a:solidFill>
                <a:latin typeface="Segoe UI"/>
                <a:ea typeface="Segoe UI"/>
                <a:cs typeface="Segoe UI"/>
              </a:defRPr>
            </a:lvl5pPr>
            <a:lvl6pPr algn="l">
              <a:defRPr sz="1350" b="0">
                <a:solidFill>
                  <a:srgbClr val="334F62"/>
                </a:solidFill>
                <a:latin typeface="Segoe UI"/>
                <a:ea typeface="Segoe UI"/>
                <a:cs typeface="Segoe UI"/>
              </a:defRPr>
            </a:lvl6pPr>
            <a:lvl7pPr algn="l">
              <a:defRPr sz="1350" b="0">
                <a:solidFill>
                  <a:srgbClr val="334F62"/>
                </a:solidFill>
                <a:latin typeface="Segoe UI"/>
                <a:ea typeface="Segoe UI"/>
                <a:cs typeface="Segoe UI"/>
              </a:defRPr>
            </a:lvl7pPr>
            <a:lvl8pPr algn="l">
              <a:defRPr sz="1350" b="0">
                <a:solidFill>
                  <a:srgbClr val="334F62"/>
                </a:solidFill>
                <a:latin typeface="Segoe UI"/>
                <a:ea typeface="Segoe UI"/>
                <a:cs typeface="Segoe UI"/>
              </a:defRPr>
            </a:lvl8pPr>
            <a:lvl9pPr algn="l">
              <a:defRPr sz="1350" b="0">
                <a:solidFill>
                  <a:srgbClr val="334F62"/>
                </a:solidFill>
                <a:latin typeface="Segoe UI"/>
                <a:ea typeface="Segoe UI"/>
                <a:cs typeface="Segoe UI"/>
              </a:defRPr>
            </a:lvl9pPr>
          </a:lstStyle>
          <a:p xmlns:a="http://schemas.openxmlformats.org/drawingml/2006/main">
            <a:pPr algn="l">
              <a:defRPr sz="1350" b="0">
                <a:solidFill>
                  <a:srgbClr val="334F62"/>
                </a:solidFill>
                <a:latin typeface="Segoe UI"/>
                <a:ea typeface="Segoe UI"/>
                <a:cs typeface="Segoe UI"/>
              </a:defRPr>
            </a:pPr>
            <a:r>
              <a:rPr sz="1350" b="0">
                <a:solidFill>
                  <a:srgbClr val="334F62"/>
                </a:solidFill>
                <a:latin typeface="Segoe UI"/>
                <a:ea typeface="Segoe UI"/>
                <a:cs typeface="Segoe UI"/>
              </a:rPr>
              <a:t>Development: OpenAI Codex / GPT-5.1 Sol · Qoder · Cortex Code (CoCo)</a:t>
            </a:r>
          </a:p>
        </p:txBody>
      </p:sp>
    </p:spTree>
    <p:extLst>
      <p:ext uri="{BB962C8B-B14F-4D97-AF65-F5344CB8AC3E}">
        <p14:creationId xmlns:p14="http://schemas.microsoft.com/office/powerpoint/2010/main" val="690436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2026-10-24T19:49:38.5950000Z</dcterms:created>
  <dcterms:modified xsi:type="dcterms:W3CDTF">2026-10-24T19:49:38.5950000Z</dcterms:modified>
</coreProperties>
</file>